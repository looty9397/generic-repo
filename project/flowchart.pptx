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6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1F1F1A-B607-4966-B8A1-4E3521D62E83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E8C387-13DB-4CCB-868B-9D3675C8FEF7}">
      <dgm:prSet phldrT="[Text]"/>
      <dgm:spPr>
        <a:solidFill>
          <a:schemeClr val="tx1"/>
        </a:solidFill>
      </dgm:spPr>
      <dgm:t>
        <a:bodyPr/>
        <a:lstStyle/>
        <a:p>
          <a:r>
            <a:rPr lang="en-US" dirty="0"/>
            <a:t>Path entrance</a:t>
          </a:r>
        </a:p>
      </dgm:t>
    </dgm:pt>
    <dgm:pt modelId="{6DE06027-1EE0-4DA0-BF4B-AC71A6522FEF}" type="parTrans" cxnId="{79F48580-929D-4E67-A1F8-8267EAA3E3F6}">
      <dgm:prSet/>
      <dgm:spPr/>
      <dgm:t>
        <a:bodyPr/>
        <a:lstStyle/>
        <a:p>
          <a:endParaRPr lang="en-US"/>
        </a:p>
      </dgm:t>
    </dgm:pt>
    <dgm:pt modelId="{C36FCF80-FF1A-405C-9B9E-4333412E2409}" type="sibTrans" cxnId="{79F48580-929D-4E67-A1F8-8267EAA3E3F6}">
      <dgm:prSet/>
      <dgm:spPr/>
      <dgm:t>
        <a:bodyPr/>
        <a:lstStyle/>
        <a:p>
          <a:endParaRPr lang="en-US"/>
        </a:p>
      </dgm:t>
    </dgm:pt>
    <dgm:pt modelId="{DD6EEA07-83FF-48A3-85A7-6A7C9FC50B99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Odd structure (end event)</a:t>
          </a:r>
        </a:p>
      </dgm:t>
    </dgm:pt>
    <dgm:pt modelId="{F3F7B45C-CE49-453C-9527-ECD3634DF680}" type="parTrans" cxnId="{CE11D8B1-EAB7-41EB-AFB3-5D85CFF31C26}">
      <dgm:prSet/>
      <dgm:spPr/>
      <dgm:t>
        <a:bodyPr/>
        <a:lstStyle/>
        <a:p>
          <a:endParaRPr lang="en-US"/>
        </a:p>
      </dgm:t>
    </dgm:pt>
    <dgm:pt modelId="{75D020C1-2E14-4982-AC47-DF9C1A5E62A3}" type="sibTrans" cxnId="{CE11D8B1-EAB7-41EB-AFB3-5D85CFF31C26}">
      <dgm:prSet/>
      <dgm:spPr/>
      <dgm:t>
        <a:bodyPr/>
        <a:lstStyle/>
        <a:p>
          <a:endParaRPr lang="en-US"/>
        </a:p>
      </dgm:t>
    </dgm:pt>
    <dgm:pt modelId="{D9BBC025-B40D-45B8-9CDD-913FC8D056FA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Retreat</a:t>
          </a:r>
        </a:p>
      </dgm:t>
    </dgm:pt>
    <dgm:pt modelId="{3DCA82F9-0964-4FCF-B990-31DFA7565CB9}" type="parTrans" cxnId="{8EF14185-6713-4F67-8AE1-8C4AF1392BEE}">
      <dgm:prSet/>
      <dgm:spPr/>
      <dgm:t>
        <a:bodyPr/>
        <a:lstStyle/>
        <a:p>
          <a:endParaRPr lang="en-US"/>
        </a:p>
      </dgm:t>
    </dgm:pt>
    <dgm:pt modelId="{292D549D-EE7A-4ECE-B21C-E690F2F21AD8}" type="sibTrans" cxnId="{8EF14185-6713-4F67-8AE1-8C4AF1392BEE}">
      <dgm:prSet/>
      <dgm:spPr/>
      <dgm:t>
        <a:bodyPr/>
        <a:lstStyle/>
        <a:p>
          <a:endParaRPr lang="en-US"/>
        </a:p>
      </dgm:t>
    </dgm:pt>
    <dgm:pt modelId="{A9BEB679-C686-476D-B871-257CF4B6B57D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Advance</a:t>
          </a:r>
        </a:p>
      </dgm:t>
    </dgm:pt>
    <dgm:pt modelId="{D8894C04-9787-45D3-9291-10D3F878BB36}" type="parTrans" cxnId="{EDA01A12-FCF6-4EB4-9A75-BF13B695A2FC}">
      <dgm:prSet/>
      <dgm:spPr/>
      <dgm:t>
        <a:bodyPr/>
        <a:lstStyle/>
        <a:p>
          <a:endParaRPr lang="en-US"/>
        </a:p>
      </dgm:t>
    </dgm:pt>
    <dgm:pt modelId="{87B7CCA7-6FBF-4DB4-928F-AEF615E47FB0}" type="sibTrans" cxnId="{EDA01A12-FCF6-4EB4-9A75-BF13B695A2FC}">
      <dgm:prSet/>
      <dgm:spPr/>
      <dgm:t>
        <a:bodyPr/>
        <a:lstStyle/>
        <a:p>
          <a:endParaRPr lang="en-US"/>
        </a:p>
      </dgm:t>
    </dgm:pt>
    <dgm:pt modelId="{EC362D29-1366-4C58-8801-F28C85C962A7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Path segment (continue on)</a:t>
          </a:r>
        </a:p>
      </dgm:t>
    </dgm:pt>
    <dgm:pt modelId="{0402EEC9-A82A-4F64-A360-BC7270CC0B0D}" type="parTrans" cxnId="{1A049112-52B5-44D4-9437-A2FB62BE55C8}">
      <dgm:prSet/>
      <dgm:spPr/>
      <dgm:t>
        <a:bodyPr/>
        <a:lstStyle/>
        <a:p>
          <a:endParaRPr lang="en-US"/>
        </a:p>
      </dgm:t>
    </dgm:pt>
    <dgm:pt modelId="{2D58C218-C81B-4C97-8ACE-35801D9161F3}" type="sibTrans" cxnId="{1A049112-52B5-44D4-9437-A2FB62BE55C8}">
      <dgm:prSet/>
      <dgm:spPr/>
      <dgm:t>
        <a:bodyPr/>
        <a:lstStyle/>
        <a:p>
          <a:endParaRPr lang="en-US"/>
        </a:p>
      </dgm:t>
    </dgm:pt>
    <dgm:pt modelId="{A858EBB2-03D6-461F-8259-3C3A74A52E13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Path segment (continue on)</a:t>
          </a:r>
        </a:p>
      </dgm:t>
    </dgm:pt>
    <dgm:pt modelId="{92A2E9A2-79E8-4E75-AE3E-D5376DBA6F30}" type="parTrans" cxnId="{9DFAD64A-D1DF-4648-BECA-6C6B879C13BD}">
      <dgm:prSet/>
      <dgm:spPr/>
      <dgm:t>
        <a:bodyPr/>
        <a:lstStyle/>
        <a:p>
          <a:endParaRPr lang="en-US"/>
        </a:p>
      </dgm:t>
    </dgm:pt>
    <dgm:pt modelId="{A932F769-3703-4577-A8DA-2160F2C91EDC}" type="sibTrans" cxnId="{9DFAD64A-D1DF-4648-BECA-6C6B879C13BD}">
      <dgm:prSet/>
      <dgm:spPr/>
      <dgm:t>
        <a:bodyPr/>
        <a:lstStyle/>
        <a:p>
          <a:endParaRPr lang="en-US"/>
        </a:p>
      </dgm:t>
    </dgm:pt>
    <dgm:pt modelId="{F8381818-5804-45FB-822B-072523B9D7A0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Odd structure (end event)</a:t>
          </a:r>
        </a:p>
      </dgm:t>
    </dgm:pt>
    <dgm:pt modelId="{A317A7FF-3349-4187-A48C-4E015405CFDE}" type="parTrans" cxnId="{4591188D-2A6D-453C-BDC1-7C5F5C634F0A}">
      <dgm:prSet/>
      <dgm:spPr/>
      <dgm:t>
        <a:bodyPr/>
        <a:lstStyle/>
        <a:p>
          <a:endParaRPr lang="en-US"/>
        </a:p>
      </dgm:t>
    </dgm:pt>
    <dgm:pt modelId="{B7B58B11-00DB-4AA6-A523-7A805A670372}" type="sibTrans" cxnId="{4591188D-2A6D-453C-BDC1-7C5F5C634F0A}">
      <dgm:prSet/>
      <dgm:spPr/>
      <dgm:t>
        <a:bodyPr/>
        <a:lstStyle/>
        <a:p>
          <a:endParaRPr lang="en-US"/>
        </a:p>
      </dgm:t>
    </dgm:pt>
    <dgm:pt modelId="{F4B4A6B4-6D6B-4FD7-8F5A-80088D2EE875}">
      <dgm:prSet phldrT="[Text]"/>
      <dgm:spPr>
        <a:solidFill>
          <a:schemeClr val="tx2"/>
        </a:solidFill>
      </dgm:spPr>
      <dgm:t>
        <a:bodyPr/>
        <a:lstStyle/>
        <a:p>
          <a:r>
            <a:rPr lang="en-US" dirty="0"/>
            <a:t>[…]</a:t>
          </a:r>
        </a:p>
      </dgm:t>
    </dgm:pt>
    <dgm:pt modelId="{C18D57BB-F85E-4ABB-B7FD-D125FEEA62DE}" type="parTrans" cxnId="{D36052A7-04A3-4E95-9D91-9438FC1D6AF9}">
      <dgm:prSet/>
      <dgm:spPr/>
      <dgm:t>
        <a:bodyPr/>
        <a:lstStyle/>
        <a:p>
          <a:endParaRPr lang="en-US"/>
        </a:p>
      </dgm:t>
    </dgm:pt>
    <dgm:pt modelId="{EB5CF65B-03E4-4DAB-8785-0A0065E30A26}" type="sibTrans" cxnId="{D36052A7-04A3-4E95-9D91-9438FC1D6AF9}">
      <dgm:prSet/>
      <dgm:spPr/>
      <dgm:t>
        <a:bodyPr/>
        <a:lstStyle/>
        <a:p>
          <a:endParaRPr lang="en-US"/>
        </a:p>
      </dgm:t>
    </dgm:pt>
    <dgm:pt modelId="{E8FD691E-44AC-4A55-9E32-EE43ED1B50E6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Return to the path</a:t>
          </a:r>
        </a:p>
      </dgm:t>
    </dgm:pt>
    <dgm:pt modelId="{85504711-08D6-4F27-9FAD-D12B3368CBDB}" type="parTrans" cxnId="{654C9671-B1E3-4579-A501-865D4C380685}">
      <dgm:prSet/>
      <dgm:spPr/>
      <dgm:t>
        <a:bodyPr/>
        <a:lstStyle/>
        <a:p>
          <a:endParaRPr lang="en-US"/>
        </a:p>
      </dgm:t>
    </dgm:pt>
    <dgm:pt modelId="{7EFE21CC-5D5F-4123-BB07-0DEC78F77746}" type="sibTrans" cxnId="{654C9671-B1E3-4579-A501-865D4C380685}">
      <dgm:prSet/>
      <dgm:spPr/>
      <dgm:t>
        <a:bodyPr/>
        <a:lstStyle/>
        <a:p>
          <a:endParaRPr lang="en-US"/>
        </a:p>
      </dgm:t>
    </dgm:pt>
    <dgm:pt modelId="{A506B132-B618-4C40-B1C4-6D4739337B0E}">
      <dgm:prSet phldrT="[Text]"/>
      <dgm:spPr>
        <a:solidFill>
          <a:schemeClr val="accent6"/>
        </a:solidFill>
      </dgm:spPr>
      <dgm:t>
        <a:bodyPr/>
        <a:lstStyle/>
        <a:p>
          <a:r>
            <a:rPr lang="en-US" dirty="0"/>
            <a:t>Retreat + Return to the path</a:t>
          </a:r>
        </a:p>
      </dgm:t>
    </dgm:pt>
    <dgm:pt modelId="{69CE3C39-975E-4F33-AD34-1EA74FE3EDEC}" type="parTrans" cxnId="{29D6B9B6-52B8-4123-BD18-F32BEA0D148A}">
      <dgm:prSet/>
      <dgm:spPr/>
      <dgm:t>
        <a:bodyPr/>
        <a:lstStyle/>
        <a:p>
          <a:endParaRPr lang="en-US"/>
        </a:p>
      </dgm:t>
    </dgm:pt>
    <dgm:pt modelId="{869F9C59-BD10-4F5F-904B-3D8BB9BC6C1A}" type="sibTrans" cxnId="{29D6B9B6-52B8-4123-BD18-F32BEA0D148A}">
      <dgm:prSet/>
      <dgm:spPr/>
      <dgm:t>
        <a:bodyPr/>
        <a:lstStyle/>
        <a:p>
          <a:endParaRPr lang="en-US"/>
        </a:p>
      </dgm:t>
    </dgm:pt>
    <dgm:pt modelId="{87A9A6BB-6DB6-4404-A793-6AFE4FBFAE14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/>
            <a:t>Uncover the truth (ending)</a:t>
          </a:r>
        </a:p>
      </dgm:t>
    </dgm:pt>
    <dgm:pt modelId="{DCAF6DBB-A0D8-4DBA-81E5-1064975BAF7C}" type="parTrans" cxnId="{60B217E9-4F9D-4B21-B43D-2240EDAA257C}">
      <dgm:prSet/>
      <dgm:spPr/>
      <dgm:t>
        <a:bodyPr/>
        <a:lstStyle/>
        <a:p>
          <a:endParaRPr lang="en-US"/>
        </a:p>
      </dgm:t>
    </dgm:pt>
    <dgm:pt modelId="{874B228A-7328-48F4-8359-6F94F6D8C5C9}" type="sibTrans" cxnId="{60B217E9-4F9D-4B21-B43D-2240EDAA257C}">
      <dgm:prSet/>
      <dgm:spPr/>
      <dgm:t>
        <a:bodyPr/>
        <a:lstStyle/>
        <a:p>
          <a:endParaRPr lang="en-US"/>
        </a:p>
      </dgm:t>
    </dgm:pt>
    <dgm:pt modelId="{E4BF8081-57FF-4833-BC1D-4AD35487FEB5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/>
            <a:t>Go insane (ending)</a:t>
          </a:r>
        </a:p>
      </dgm:t>
    </dgm:pt>
    <dgm:pt modelId="{52BFF847-054C-42E0-9C43-5B5A44FCBD53}" type="parTrans" cxnId="{4645B02B-4C55-4015-BD62-666069A8CAB5}">
      <dgm:prSet/>
      <dgm:spPr/>
      <dgm:t>
        <a:bodyPr/>
        <a:lstStyle/>
        <a:p>
          <a:endParaRPr lang="en-US"/>
        </a:p>
      </dgm:t>
    </dgm:pt>
    <dgm:pt modelId="{CCF479E3-2ED3-4A61-8E68-98ED25D2376C}" type="sibTrans" cxnId="{4645B02B-4C55-4015-BD62-666069A8CAB5}">
      <dgm:prSet/>
      <dgm:spPr/>
      <dgm:t>
        <a:bodyPr/>
        <a:lstStyle/>
        <a:p>
          <a:endParaRPr lang="en-US"/>
        </a:p>
      </dgm:t>
    </dgm:pt>
    <dgm:pt modelId="{52505619-F959-4A3A-B25D-3B7880C78564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/>
            <a:t>Stray from the path (ending)</a:t>
          </a:r>
        </a:p>
      </dgm:t>
    </dgm:pt>
    <dgm:pt modelId="{6412CAA6-E0B5-498D-A7FA-AA896011BDB4}" type="parTrans" cxnId="{9193644B-AF03-442A-BF51-A3905A722674}">
      <dgm:prSet/>
      <dgm:spPr/>
      <dgm:t>
        <a:bodyPr/>
        <a:lstStyle/>
        <a:p>
          <a:endParaRPr lang="en-US"/>
        </a:p>
      </dgm:t>
    </dgm:pt>
    <dgm:pt modelId="{594A453D-93BE-49F0-A4CA-7203F2A62B48}" type="sibTrans" cxnId="{9193644B-AF03-442A-BF51-A3905A722674}">
      <dgm:prSet/>
      <dgm:spPr/>
      <dgm:t>
        <a:bodyPr/>
        <a:lstStyle/>
        <a:p>
          <a:endParaRPr lang="en-US"/>
        </a:p>
      </dgm:t>
    </dgm:pt>
    <dgm:pt modelId="{39D2057B-599F-4903-A636-F8F5175F9B5F}">
      <dgm:prSet phldrT="[Text]"/>
      <dgm:spPr>
        <a:solidFill>
          <a:schemeClr val="accent4"/>
        </a:solidFill>
      </dgm:spPr>
      <dgm:t>
        <a:bodyPr/>
        <a:lstStyle/>
        <a:p>
          <a:r>
            <a:rPr lang="en-US" dirty="0"/>
            <a:t>“Wake up” </a:t>
          </a:r>
          <a:r>
            <a:rPr lang="en-US"/>
            <a:t>(restart)</a:t>
          </a:r>
          <a:endParaRPr lang="en-US" dirty="0"/>
        </a:p>
      </dgm:t>
    </dgm:pt>
    <dgm:pt modelId="{4A0B106A-69D0-40F2-A3A8-3F052D8FA5D6}" type="parTrans" cxnId="{4B1FD3F2-FBDE-4EDF-AEE3-E80815FF2D4F}">
      <dgm:prSet/>
      <dgm:spPr/>
      <dgm:t>
        <a:bodyPr/>
        <a:lstStyle/>
        <a:p>
          <a:endParaRPr lang="en-US"/>
        </a:p>
      </dgm:t>
    </dgm:pt>
    <dgm:pt modelId="{43463C55-D011-4E3E-AC27-C243488DD981}" type="sibTrans" cxnId="{4B1FD3F2-FBDE-4EDF-AEE3-E80815FF2D4F}">
      <dgm:prSet/>
      <dgm:spPr/>
      <dgm:t>
        <a:bodyPr/>
        <a:lstStyle/>
        <a:p>
          <a:endParaRPr lang="en-US"/>
        </a:p>
      </dgm:t>
    </dgm:pt>
    <dgm:pt modelId="{0A6454FE-A2BD-4919-B1B7-334B98BFF8A9}">
      <dgm:prSet phldrT="[Text]"/>
      <dgm:spPr>
        <a:solidFill>
          <a:schemeClr val="tx2"/>
        </a:solidFill>
      </dgm:spPr>
      <dgm:t>
        <a:bodyPr/>
        <a:lstStyle/>
        <a:p>
          <a:r>
            <a:rPr lang="en-US" dirty="0"/>
            <a:t>[…]</a:t>
          </a:r>
        </a:p>
      </dgm:t>
    </dgm:pt>
    <dgm:pt modelId="{12A49795-1F39-4695-9572-488C4716D10B}" type="parTrans" cxnId="{8504AAAC-69DB-4B64-984A-ABB103797EF3}">
      <dgm:prSet/>
      <dgm:spPr/>
      <dgm:t>
        <a:bodyPr/>
        <a:lstStyle/>
        <a:p>
          <a:endParaRPr lang="en-US"/>
        </a:p>
      </dgm:t>
    </dgm:pt>
    <dgm:pt modelId="{165FAF83-A93A-4F69-8F58-E426B8F5A73C}" type="sibTrans" cxnId="{8504AAAC-69DB-4B64-984A-ABB103797EF3}">
      <dgm:prSet/>
      <dgm:spPr/>
      <dgm:t>
        <a:bodyPr/>
        <a:lstStyle/>
        <a:p>
          <a:endParaRPr lang="en-US"/>
        </a:p>
      </dgm:t>
    </dgm:pt>
    <dgm:pt modelId="{DE52A7E1-AC9A-4EA6-8150-F771E382E8DD}">
      <dgm:prSet phldrT="[Text]"/>
      <dgm:spPr>
        <a:solidFill>
          <a:schemeClr val="accent3"/>
        </a:solidFill>
      </dgm:spPr>
      <dgm:t>
        <a:bodyPr/>
        <a:lstStyle/>
        <a:p>
          <a:r>
            <a:rPr lang="en-US" dirty="0"/>
            <a:t>Advance + Uncover (ending)</a:t>
          </a:r>
        </a:p>
      </dgm:t>
    </dgm:pt>
    <dgm:pt modelId="{6D6AD1DB-437A-4F37-BB9C-03D31FFEBBF3}" type="parTrans" cxnId="{82126D88-137B-412E-9CB8-A265E01FF359}">
      <dgm:prSet/>
      <dgm:spPr/>
      <dgm:t>
        <a:bodyPr/>
        <a:lstStyle/>
        <a:p>
          <a:endParaRPr lang="en-US"/>
        </a:p>
      </dgm:t>
    </dgm:pt>
    <dgm:pt modelId="{25C982CB-437C-44A1-9A90-BCE5CBFB40CD}" type="sibTrans" cxnId="{82126D88-137B-412E-9CB8-A265E01FF359}">
      <dgm:prSet/>
      <dgm:spPr/>
      <dgm:t>
        <a:bodyPr/>
        <a:lstStyle/>
        <a:p>
          <a:endParaRPr lang="en-US"/>
        </a:p>
      </dgm:t>
    </dgm:pt>
    <dgm:pt modelId="{350FCD04-BE55-490B-A6C4-E771A44A294C}">
      <dgm:prSet phldrT="[Text]"/>
      <dgm:spPr>
        <a:solidFill>
          <a:schemeClr val="tx2"/>
        </a:solidFill>
      </dgm:spPr>
      <dgm:t>
        <a:bodyPr/>
        <a:lstStyle/>
        <a:p>
          <a:r>
            <a:rPr lang="en-US" dirty="0"/>
            <a:t>[…]</a:t>
          </a:r>
        </a:p>
      </dgm:t>
    </dgm:pt>
    <dgm:pt modelId="{A84CEB0F-2BC0-4D0F-A9FD-5B4D49C98854}" type="parTrans" cxnId="{92CE2E32-E9FD-4E71-B183-6A1033ACAA9B}">
      <dgm:prSet/>
      <dgm:spPr/>
      <dgm:t>
        <a:bodyPr/>
        <a:lstStyle/>
        <a:p>
          <a:endParaRPr lang="en-US"/>
        </a:p>
      </dgm:t>
    </dgm:pt>
    <dgm:pt modelId="{D23AE904-8CFD-49D0-987D-4C2F10000343}" type="sibTrans" cxnId="{92CE2E32-E9FD-4E71-B183-6A1033ACAA9B}">
      <dgm:prSet/>
      <dgm:spPr/>
      <dgm:t>
        <a:bodyPr/>
        <a:lstStyle/>
        <a:p>
          <a:endParaRPr lang="en-US"/>
        </a:p>
      </dgm:t>
    </dgm:pt>
    <dgm:pt modelId="{81197985-1751-4A41-83E1-845AA0D60D6E}" type="pres">
      <dgm:prSet presAssocID="{F61F1F1A-B607-4966-B8A1-4E3521D62E83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18C4B13-C0A9-4366-841C-BE3129685C8B}" type="pres">
      <dgm:prSet presAssocID="{A9E8C387-13DB-4CCB-868B-9D3675C8FEF7}" presName="root1" presStyleCnt="0"/>
      <dgm:spPr/>
    </dgm:pt>
    <dgm:pt modelId="{852E1D73-0DED-444E-BB47-3235F445C759}" type="pres">
      <dgm:prSet presAssocID="{A9E8C387-13DB-4CCB-868B-9D3675C8FEF7}" presName="LevelOneTextNode" presStyleLbl="node0" presStyleIdx="0" presStyleCnt="1">
        <dgm:presLayoutVars>
          <dgm:chPref val="3"/>
        </dgm:presLayoutVars>
      </dgm:prSet>
      <dgm:spPr/>
    </dgm:pt>
    <dgm:pt modelId="{E9F9030C-43DD-4205-9EDA-72A43E4304AE}" type="pres">
      <dgm:prSet presAssocID="{A9E8C387-13DB-4CCB-868B-9D3675C8FEF7}" presName="level2hierChild" presStyleCnt="0"/>
      <dgm:spPr/>
    </dgm:pt>
    <dgm:pt modelId="{AE896AA5-A42C-44AD-BD87-0D1F2AD22600}" type="pres">
      <dgm:prSet presAssocID="{F3F7B45C-CE49-453C-9527-ECD3634DF680}" presName="conn2-1" presStyleLbl="parChTrans1D2" presStyleIdx="0" presStyleCnt="2"/>
      <dgm:spPr/>
    </dgm:pt>
    <dgm:pt modelId="{B4547844-264D-4A70-9F99-E3F3EA5BD86D}" type="pres">
      <dgm:prSet presAssocID="{F3F7B45C-CE49-453C-9527-ECD3634DF680}" presName="connTx" presStyleLbl="parChTrans1D2" presStyleIdx="0" presStyleCnt="2"/>
      <dgm:spPr/>
    </dgm:pt>
    <dgm:pt modelId="{D788B4BA-3DFF-426A-9716-5C2015737D7B}" type="pres">
      <dgm:prSet presAssocID="{DD6EEA07-83FF-48A3-85A7-6A7C9FC50B99}" presName="root2" presStyleCnt="0"/>
      <dgm:spPr/>
    </dgm:pt>
    <dgm:pt modelId="{F9A6344D-169B-4CA1-9514-47E5BFFE6FEC}" type="pres">
      <dgm:prSet presAssocID="{DD6EEA07-83FF-48A3-85A7-6A7C9FC50B99}" presName="LevelTwoTextNode" presStyleLbl="node2" presStyleIdx="0" presStyleCnt="2">
        <dgm:presLayoutVars>
          <dgm:chPref val="3"/>
        </dgm:presLayoutVars>
      </dgm:prSet>
      <dgm:spPr/>
    </dgm:pt>
    <dgm:pt modelId="{F5C7705C-B934-4FB6-AB14-62D221C69C7B}" type="pres">
      <dgm:prSet presAssocID="{DD6EEA07-83FF-48A3-85A7-6A7C9FC50B99}" presName="level3hierChild" presStyleCnt="0"/>
      <dgm:spPr/>
    </dgm:pt>
    <dgm:pt modelId="{3757E364-56D4-4A59-B919-A18DBF80CF72}" type="pres">
      <dgm:prSet presAssocID="{3DCA82F9-0964-4FCF-B990-31DFA7565CB9}" presName="conn2-1" presStyleLbl="parChTrans1D3" presStyleIdx="0" presStyleCnt="4"/>
      <dgm:spPr/>
    </dgm:pt>
    <dgm:pt modelId="{AA986971-DCDE-4070-97BC-906702D7925D}" type="pres">
      <dgm:prSet presAssocID="{3DCA82F9-0964-4FCF-B990-31DFA7565CB9}" presName="connTx" presStyleLbl="parChTrans1D3" presStyleIdx="0" presStyleCnt="4"/>
      <dgm:spPr/>
    </dgm:pt>
    <dgm:pt modelId="{EB831EF7-6ADD-4771-A29E-15B8BCB8AB7A}" type="pres">
      <dgm:prSet presAssocID="{D9BBC025-B40D-45B8-9CDD-913FC8D056FA}" presName="root2" presStyleCnt="0"/>
      <dgm:spPr/>
    </dgm:pt>
    <dgm:pt modelId="{5D200A77-6B0E-4CC6-BEB4-E964E612EF2E}" type="pres">
      <dgm:prSet presAssocID="{D9BBC025-B40D-45B8-9CDD-913FC8D056FA}" presName="LevelTwoTextNode" presStyleLbl="node3" presStyleIdx="0" presStyleCnt="4">
        <dgm:presLayoutVars>
          <dgm:chPref val="3"/>
        </dgm:presLayoutVars>
      </dgm:prSet>
      <dgm:spPr/>
    </dgm:pt>
    <dgm:pt modelId="{C46DB87E-4CD5-43A1-9C51-DA711B2BDA64}" type="pres">
      <dgm:prSet presAssocID="{D9BBC025-B40D-45B8-9CDD-913FC8D056FA}" presName="level3hierChild" presStyleCnt="0"/>
      <dgm:spPr/>
    </dgm:pt>
    <dgm:pt modelId="{F10C089A-1D63-4AF5-977E-0E7268BE7957}" type="pres">
      <dgm:prSet presAssocID="{85504711-08D6-4F27-9FAD-D12B3368CBDB}" presName="conn2-1" presStyleLbl="parChTrans1D4" presStyleIdx="0" presStyleCnt="10"/>
      <dgm:spPr/>
    </dgm:pt>
    <dgm:pt modelId="{C0F71C32-5C9D-40FD-AB28-034125C2A07D}" type="pres">
      <dgm:prSet presAssocID="{85504711-08D6-4F27-9FAD-D12B3368CBDB}" presName="connTx" presStyleLbl="parChTrans1D4" presStyleIdx="0" presStyleCnt="10"/>
      <dgm:spPr/>
    </dgm:pt>
    <dgm:pt modelId="{0333D408-25A1-4972-A8DD-7158EC65DA76}" type="pres">
      <dgm:prSet presAssocID="{E8FD691E-44AC-4A55-9E32-EE43ED1B50E6}" presName="root2" presStyleCnt="0"/>
      <dgm:spPr/>
    </dgm:pt>
    <dgm:pt modelId="{A6B752E8-0570-4F62-A212-61B3DAB74CAA}" type="pres">
      <dgm:prSet presAssocID="{E8FD691E-44AC-4A55-9E32-EE43ED1B50E6}" presName="LevelTwoTextNode" presStyleLbl="node4" presStyleIdx="0" presStyleCnt="10">
        <dgm:presLayoutVars>
          <dgm:chPref val="3"/>
        </dgm:presLayoutVars>
      </dgm:prSet>
      <dgm:spPr/>
    </dgm:pt>
    <dgm:pt modelId="{242C3AAC-89ED-4E6A-A2AC-7BC608C3DC4C}" type="pres">
      <dgm:prSet presAssocID="{E8FD691E-44AC-4A55-9E32-EE43ED1B50E6}" presName="level3hierChild" presStyleCnt="0"/>
      <dgm:spPr/>
    </dgm:pt>
    <dgm:pt modelId="{ABED3236-37C0-4830-81E3-81A70C09DBE7}" type="pres">
      <dgm:prSet presAssocID="{12A49795-1F39-4695-9572-488C4716D10B}" presName="conn2-1" presStyleLbl="parChTrans1D4" presStyleIdx="1" presStyleCnt="10"/>
      <dgm:spPr/>
    </dgm:pt>
    <dgm:pt modelId="{373E1092-9A6E-4917-BF69-89A317915828}" type="pres">
      <dgm:prSet presAssocID="{12A49795-1F39-4695-9572-488C4716D10B}" presName="connTx" presStyleLbl="parChTrans1D4" presStyleIdx="1" presStyleCnt="10"/>
      <dgm:spPr/>
    </dgm:pt>
    <dgm:pt modelId="{B5CD0C26-0787-4294-9B38-7DAD933B51BE}" type="pres">
      <dgm:prSet presAssocID="{0A6454FE-A2BD-4919-B1B7-334B98BFF8A9}" presName="root2" presStyleCnt="0"/>
      <dgm:spPr/>
    </dgm:pt>
    <dgm:pt modelId="{95CD4639-338A-497D-8723-CB9FF593A1F5}" type="pres">
      <dgm:prSet presAssocID="{0A6454FE-A2BD-4919-B1B7-334B98BFF8A9}" presName="LevelTwoTextNode" presStyleLbl="node4" presStyleIdx="1" presStyleCnt="10">
        <dgm:presLayoutVars>
          <dgm:chPref val="3"/>
        </dgm:presLayoutVars>
      </dgm:prSet>
      <dgm:spPr/>
    </dgm:pt>
    <dgm:pt modelId="{4FBA3FCF-7EB3-48A4-812E-238030C432E6}" type="pres">
      <dgm:prSet presAssocID="{0A6454FE-A2BD-4919-B1B7-334B98BFF8A9}" presName="level3hierChild" presStyleCnt="0"/>
      <dgm:spPr/>
    </dgm:pt>
    <dgm:pt modelId="{8E8CA1C5-BECA-4829-9DB4-A4CF73262F8D}" type="pres">
      <dgm:prSet presAssocID="{D8894C04-9787-45D3-9291-10D3F878BB36}" presName="conn2-1" presStyleLbl="parChTrans1D3" presStyleIdx="1" presStyleCnt="4"/>
      <dgm:spPr/>
    </dgm:pt>
    <dgm:pt modelId="{D7FC7588-7C16-465A-825C-2ACA09F43380}" type="pres">
      <dgm:prSet presAssocID="{D8894C04-9787-45D3-9291-10D3F878BB36}" presName="connTx" presStyleLbl="parChTrans1D3" presStyleIdx="1" presStyleCnt="4"/>
      <dgm:spPr/>
    </dgm:pt>
    <dgm:pt modelId="{391A88E4-FDD7-4F7D-B965-AD1109CAFCD9}" type="pres">
      <dgm:prSet presAssocID="{A9BEB679-C686-476D-B871-257CF4B6B57D}" presName="root2" presStyleCnt="0"/>
      <dgm:spPr/>
    </dgm:pt>
    <dgm:pt modelId="{CDE1F51D-AF49-4355-A542-F1F1C3901F6A}" type="pres">
      <dgm:prSet presAssocID="{A9BEB679-C686-476D-B871-257CF4B6B57D}" presName="LevelTwoTextNode" presStyleLbl="node3" presStyleIdx="1" presStyleCnt="4">
        <dgm:presLayoutVars>
          <dgm:chPref val="3"/>
        </dgm:presLayoutVars>
      </dgm:prSet>
      <dgm:spPr/>
    </dgm:pt>
    <dgm:pt modelId="{98FEEF7D-327C-4DE9-B6E5-C054881F7F76}" type="pres">
      <dgm:prSet presAssocID="{A9BEB679-C686-476D-B871-257CF4B6B57D}" presName="level3hierChild" presStyleCnt="0"/>
      <dgm:spPr/>
    </dgm:pt>
    <dgm:pt modelId="{D76BBA54-B90A-46FD-BF5C-211E8066AA3E}" type="pres">
      <dgm:prSet presAssocID="{DCAF6DBB-A0D8-4DBA-81E5-1064975BAF7C}" presName="conn2-1" presStyleLbl="parChTrans1D4" presStyleIdx="2" presStyleCnt="10"/>
      <dgm:spPr/>
    </dgm:pt>
    <dgm:pt modelId="{B96CB1EC-1C90-4530-9D35-8E498FF779D8}" type="pres">
      <dgm:prSet presAssocID="{DCAF6DBB-A0D8-4DBA-81E5-1064975BAF7C}" presName="connTx" presStyleLbl="parChTrans1D4" presStyleIdx="2" presStyleCnt="10"/>
      <dgm:spPr/>
    </dgm:pt>
    <dgm:pt modelId="{946C5902-B63F-404C-825D-8CE1BB8627DC}" type="pres">
      <dgm:prSet presAssocID="{87A9A6BB-6DB6-4404-A793-6AFE4FBFAE14}" presName="root2" presStyleCnt="0"/>
      <dgm:spPr/>
    </dgm:pt>
    <dgm:pt modelId="{621B2B84-EFCF-403A-AB33-FDB583CFBD1B}" type="pres">
      <dgm:prSet presAssocID="{87A9A6BB-6DB6-4404-A793-6AFE4FBFAE14}" presName="LevelTwoTextNode" presStyleLbl="node4" presStyleIdx="2" presStyleCnt="10">
        <dgm:presLayoutVars>
          <dgm:chPref val="3"/>
        </dgm:presLayoutVars>
      </dgm:prSet>
      <dgm:spPr/>
    </dgm:pt>
    <dgm:pt modelId="{DEDA2523-110C-459F-A6DF-2F102B74FF72}" type="pres">
      <dgm:prSet presAssocID="{87A9A6BB-6DB6-4404-A793-6AFE4FBFAE14}" presName="level3hierChild" presStyleCnt="0"/>
      <dgm:spPr/>
    </dgm:pt>
    <dgm:pt modelId="{C944F795-583E-49E2-9780-0B298B3EB602}" type="pres">
      <dgm:prSet presAssocID="{0402EEC9-A82A-4F64-A360-BC7270CC0B0D}" presName="conn2-1" presStyleLbl="parChTrans1D2" presStyleIdx="1" presStyleCnt="2"/>
      <dgm:spPr/>
    </dgm:pt>
    <dgm:pt modelId="{7420C757-EC57-4991-A325-8FD756C2A9A2}" type="pres">
      <dgm:prSet presAssocID="{0402EEC9-A82A-4F64-A360-BC7270CC0B0D}" presName="connTx" presStyleLbl="parChTrans1D2" presStyleIdx="1" presStyleCnt="2"/>
      <dgm:spPr/>
    </dgm:pt>
    <dgm:pt modelId="{B6D4C832-5E84-45F4-A9DF-053E5A2484A6}" type="pres">
      <dgm:prSet presAssocID="{EC362D29-1366-4C58-8801-F28C85C962A7}" presName="root2" presStyleCnt="0"/>
      <dgm:spPr/>
    </dgm:pt>
    <dgm:pt modelId="{8EF127E7-4A38-4C92-867F-8B4185DBB42C}" type="pres">
      <dgm:prSet presAssocID="{EC362D29-1366-4C58-8801-F28C85C962A7}" presName="LevelTwoTextNode" presStyleLbl="node2" presStyleIdx="1" presStyleCnt="2">
        <dgm:presLayoutVars>
          <dgm:chPref val="3"/>
        </dgm:presLayoutVars>
      </dgm:prSet>
      <dgm:spPr/>
    </dgm:pt>
    <dgm:pt modelId="{3105CFB1-7889-4EEE-96A0-0523E9B24B08}" type="pres">
      <dgm:prSet presAssocID="{EC362D29-1366-4C58-8801-F28C85C962A7}" presName="level3hierChild" presStyleCnt="0"/>
      <dgm:spPr/>
    </dgm:pt>
    <dgm:pt modelId="{9F91F0BE-562F-4593-A5DB-40BBAFFED422}" type="pres">
      <dgm:prSet presAssocID="{92A2E9A2-79E8-4E75-AE3E-D5376DBA6F30}" presName="conn2-1" presStyleLbl="parChTrans1D3" presStyleIdx="2" presStyleCnt="4"/>
      <dgm:spPr/>
    </dgm:pt>
    <dgm:pt modelId="{4CA4EAFA-1E0D-43DA-896B-9DB3A0203069}" type="pres">
      <dgm:prSet presAssocID="{92A2E9A2-79E8-4E75-AE3E-D5376DBA6F30}" presName="connTx" presStyleLbl="parChTrans1D3" presStyleIdx="2" presStyleCnt="4"/>
      <dgm:spPr/>
    </dgm:pt>
    <dgm:pt modelId="{89357B3A-B9D2-4E5B-956C-940B9AB16D97}" type="pres">
      <dgm:prSet presAssocID="{A858EBB2-03D6-461F-8259-3C3A74A52E13}" presName="root2" presStyleCnt="0"/>
      <dgm:spPr/>
    </dgm:pt>
    <dgm:pt modelId="{4C1DE26F-B174-407B-B819-73C8DFF81070}" type="pres">
      <dgm:prSet presAssocID="{A858EBB2-03D6-461F-8259-3C3A74A52E13}" presName="LevelTwoTextNode" presStyleLbl="node3" presStyleIdx="2" presStyleCnt="4">
        <dgm:presLayoutVars>
          <dgm:chPref val="3"/>
        </dgm:presLayoutVars>
      </dgm:prSet>
      <dgm:spPr/>
    </dgm:pt>
    <dgm:pt modelId="{A3483529-1A1F-4440-B5BD-0B2DE9768796}" type="pres">
      <dgm:prSet presAssocID="{A858EBB2-03D6-461F-8259-3C3A74A52E13}" presName="level3hierChild" presStyleCnt="0"/>
      <dgm:spPr/>
    </dgm:pt>
    <dgm:pt modelId="{2AF7C716-2573-4812-ADC0-7E6D13CA7106}" type="pres">
      <dgm:prSet presAssocID="{C18D57BB-F85E-4ABB-B7FD-D125FEEA62DE}" presName="conn2-1" presStyleLbl="parChTrans1D4" presStyleIdx="3" presStyleCnt="10"/>
      <dgm:spPr/>
    </dgm:pt>
    <dgm:pt modelId="{A122F30D-DD3F-435D-ACFB-6B7796233E46}" type="pres">
      <dgm:prSet presAssocID="{C18D57BB-F85E-4ABB-B7FD-D125FEEA62DE}" presName="connTx" presStyleLbl="parChTrans1D4" presStyleIdx="3" presStyleCnt="10"/>
      <dgm:spPr/>
    </dgm:pt>
    <dgm:pt modelId="{E2BA19A5-DA44-401F-B944-52610EE98F64}" type="pres">
      <dgm:prSet presAssocID="{F4B4A6B4-6D6B-4FD7-8F5A-80088D2EE875}" presName="root2" presStyleCnt="0"/>
      <dgm:spPr/>
    </dgm:pt>
    <dgm:pt modelId="{F9AC4E55-1905-46FB-B924-05ECF950A34B}" type="pres">
      <dgm:prSet presAssocID="{F4B4A6B4-6D6B-4FD7-8F5A-80088D2EE875}" presName="LevelTwoTextNode" presStyleLbl="node4" presStyleIdx="3" presStyleCnt="10">
        <dgm:presLayoutVars>
          <dgm:chPref val="3"/>
        </dgm:presLayoutVars>
      </dgm:prSet>
      <dgm:spPr/>
    </dgm:pt>
    <dgm:pt modelId="{501314AD-ACE7-4BA6-A9C3-588BC2635694}" type="pres">
      <dgm:prSet presAssocID="{F4B4A6B4-6D6B-4FD7-8F5A-80088D2EE875}" presName="level3hierChild" presStyleCnt="0"/>
      <dgm:spPr/>
    </dgm:pt>
    <dgm:pt modelId="{4901F4CF-A6F0-4DE8-A156-9EAE0AA07297}" type="pres">
      <dgm:prSet presAssocID="{52BFF847-054C-42E0-9C43-5B5A44FCBD53}" presName="conn2-1" presStyleLbl="parChTrans1D4" presStyleIdx="4" presStyleCnt="10"/>
      <dgm:spPr/>
    </dgm:pt>
    <dgm:pt modelId="{CC0F3CC1-8E4C-4688-BDD5-61B2E3007635}" type="pres">
      <dgm:prSet presAssocID="{52BFF847-054C-42E0-9C43-5B5A44FCBD53}" presName="connTx" presStyleLbl="parChTrans1D4" presStyleIdx="4" presStyleCnt="10"/>
      <dgm:spPr/>
    </dgm:pt>
    <dgm:pt modelId="{01DE0262-3FCF-4A38-80A3-9D9D98E038FA}" type="pres">
      <dgm:prSet presAssocID="{E4BF8081-57FF-4833-BC1D-4AD35487FEB5}" presName="root2" presStyleCnt="0"/>
      <dgm:spPr/>
    </dgm:pt>
    <dgm:pt modelId="{3C9EC065-17D7-489E-8AD8-DDF876811D2A}" type="pres">
      <dgm:prSet presAssocID="{E4BF8081-57FF-4833-BC1D-4AD35487FEB5}" presName="LevelTwoTextNode" presStyleLbl="node4" presStyleIdx="4" presStyleCnt="10">
        <dgm:presLayoutVars>
          <dgm:chPref val="3"/>
        </dgm:presLayoutVars>
      </dgm:prSet>
      <dgm:spPr/>
    </dgm:pt>
    <dgm:pt modelId="{6FADADB2-4B1D-4A1C-B99A-60B59309BCD0}" type="pres">
      <dgm:prSet presAssocID="{E4BF8081-57FF-4833-BC1D-4AD35487FEB5}" presName="level3hierChild" presStyleCnt="0"/>
      <dgm:spPr/>
    </dgm:pt>
    <dgm:pt modelId="{F4CEC770-EAB8-47D2-A050-30EFB8D746C9}" type="pres">
      <dgm:prSet presAssocID="{6412CAA6-E0B5-498D-A7FA-AA896011BDB4}" presName="conn2-1" presStyleLbl="parChTrans1D4" presStyleIdx="5" presStyleCnt="10"/>
      <dgm:spPr/>
    </dgm:pt>
    <dgm:pt modelId="{E31DFBFD-EA88-4441-88B3-8A345E832BD8}" type="pres">
      <dgm:prSet presAssocID="{6412CAA6-E0B5-498D-A7FA-AA896011BDB4}" presName="connTx" presStyleLbl="parChTrans1D4" presStyleIdx="5" presStyleCnt="10"/>
      <dgm:spPr/>
    </dgm:pt>
    <dgm:pt modelId="{3D2F693F-4653-4006-BC80-748D3151B12F}" type="pres">
      <dgm:prSet presAssocID="{52505619-F959-4A3A-B25D-3B7880C78564}" presName="root2" presStyleCnt="0"/>
      <dgm:spPr/>
    </dgm:pt>
    <dgm:pt modelId="{356F1C0B-9EB1-40E6-990D-3AAA906BEFAA}" type="pres">
      <dgm:prSet presAssocID="{52505619-F959-4A3A-B25D-3B7880C78564}" presName="LevelTwoTextNode" presStyleLbl="node4" presStyleIdx="5" presStyleCnt="10">
        <dgm:presLayoutVars>
          <dgm:chPref val="3"/>
        </dgm:presLayoutVars>
      </dgm:prSet>
      <dgm:spPr/>
    </dgm:pt>
    <dgm:pt modelId="{543DEEB5-E2C7-4D96-BF90-888A4165AB60}" type="pres">
      <dgm:prSet presAssocID="{52505619-F959-4A3A-B25D-3B7880C78564}" presName="level3hierChild" presStyleCnt="0"/>
      <dgm:spPr/>
    </dgm:pt>
    <dgm:pt modelId="{BE170F69-43A5-4E13-9BF7-23DC4586038D}" type="pres">
      <dgm:prSet presAssocID="{4A0B106A-69D0-40F2-A3A8-3F052D8FA5D6}" presName="conn2-1" presStyleLbl="parChTrans1D4" presStyleIdx="6" presStyleCnt="10"/>
      <dgm:spPr/>
    </dgm:pt>
    <dgm:pt modelId="{20C5EB15-8D21-4916-B287-BD792F80A911}" type="pres">
      <dgm:prSet presAssocID="{4A0B106A-69D0-40F2-A3A8-3F052D8FA5D6}" presName="connTx" presStyleLbl="parChTrans1D4" presStyleIdx="6" presStyleCnt="10"/>
      <dgm:spPr/>
    </dgm:pt>
    <dgm:pt modelId="{6208AA6E-A596-4B38-A666-5BC52D1B37BA}" type="pres">
      <dgm:prSet presAssocID="{39D2057B-599F-4903-A636-F8F5175F9B5F}" presName="root2" presStyleCnt="0"/>
      <dgm:spPr/>
    </dgm:pt>
    <dgm:pt modelId="{96DEC551-F3D8-4D03-AD99-8DE49DA83584}" type="pres">
      <dgm:prSet presAssocID="{39D2057B-599F-4903-A636-F8F5175F9B5F}" presName="LevelTwoTextNode" presStyleLbl="node4" presStyleIdx="6" presStyleCnt="10">
        <dgm:presLayoutVars>
          <dgm:chPref val="3"/>
        </dgm:presLayoutVars>
      </dgm:prSet>
      <dgm:spPr/>
    </dgm:pt>
    <dgm:pt modelId="{D6B2C3B9-90FD-4B87-BADF-FA69BD0AA1DE}" type="pres">
      <dgm:prSet presAssocID="{39D2057B-599F-4903-A636-F8F5175F9B5F}" presName="level3hierChild" presStyleCnt="0"/>
      <dgm:spPr/>
    </dgm:pt>
    <dgm:pt modelId="{43B013DF-95E5-49B0-AF21-9A0B997EADF1}" type="pres">
      <dgm:prSet presAssocID="{A317A7FF-3349-4187-A48C-4E015405CFDE}" presName="conn2-1" presStyleLbl="parChTrans1D3" presStyleIdx="3" presStyleCnt="4"/>
      <dgm:spPr/>
    </dgm:pt>
    <dgm:pt modelId="{2BD5D24A-44A6-4A42-BD67-91F4F44EA27D}" type="pres">
      <dgm:prSet presAssocID="{A317A7FF-3349-4187-A48C-4E015405CFDE}" presName="connTx" presStyleLbl="parChTrans1D3" presStyleIdx="3" presStyleCnt="4"/>
      <dgm:spPr/>
    </dgm:pt>
    <dgm:pt modelId="{A153F0D2-37AC-4F0E-8D94-0435F8CCFC24}" type="pres">
      <dgm:prSet presAssocID="{F8381818-5804-45FB-822B-072523B9D7A0}" presName="root2" presStyleCnt="0"/>
      <dgm:spPr/>
    </dgm:pt>
    <dgm:pt modelId="{9FD3CC60-DA3F-45A7-9090-16B42FE930AE}" type="pres">
      <dgm:prSet presAssocID="{F8381818-5804-45FB-822B-072523B9D7A0}" presName="LevelTwoTextNode" presStyleLbl="node3" presStyleIdx="3" presStyleCnt="4">
        <dgm:presLayoutVars>
          <dgm:chPref val="3"/>
        </dgm:presLayoutVars>
      </dgm:prSet>
      <dgm:spPr/>
    </dgm:pt>
    <dgm:pt modelId="{C9E88D1B-D1BE-483D-94F8-57472F3F8B19}" type="pres">
      <dgm:prSet presAssocID="{F8381818-5804-45FB-822B-072523B9D7A0}" presName="level3hierChild" presStyleCnt="0"/>
      <dgm:spPr/>
    </dgm:pt>
    <dgm:pt modelId="{229A42FA-A6D2-4FFA-8969-EE305EB37DE6}" type="pres">
      <dgm:prSet presAssocID="{6D6AD1DB-437A-4F37-BB9C-03D31FFEBBF3}" presName="conn2-1" presStyleLbl="parChTrans1D4" presStyleIdx="7" presStyleCnt="10"/>
      <dgm:spPr/>
    </dgm:pt>
    <dgm:pt modelId="{451220F7-8DFA-41AB-8815-BDBF8F7A8302}" type="pres">
      <dgm:prSet presAssocID="{6D6AD1DB-437A-4F37-BB9C-03D31FFEBBF3}" presName="connTx" presStyleLbl="parChTrans1D4" presStyleIdx="7" presStyleCnt="10"/>
      <dgm:spPr/>
    </dgm:pt>
    <dgm:pt modelId="{E281A64B-9BF3-4ED1-A6B4-AB028469388C}" type="pres">
      <dgm:prSet presAssocID="{DE52A7E1-AC9A-4EA6-8150-F771E382E8DD}" presName="root2" presStyleCnt="0"/>
      <dgm:spPr/>
    </dgm:pt>
    <dgm:pt modelId="{F352B3B2-8561-4967-A1DC-20C4027EE032}" type="pres">
      <dgm:prSet presAssocID="{DE52A7E1-AC9A-4EA6-8150-F771E382E8DD}" presName="LevelTwoTextNode" presStyleLbl="node4" presStyleIdx="7" presStyleCnt="10">
        <dgm:presLayoutVars>
          <dgm:chPref val="3"/>
        </dgm:presLayoutVars>
      </dgm:prSet>
      <dgm:spPr/>
    </dgm:pt>
    <dgm:pt modelId="{F05EB2FD-EB27-4CF0-BA58-C0CFEEC613DB}" type="pres">
      <dgm:prSet presAssocID="{DE52A7E1-AC9A-4EA6-8150-F771E382E8DD}" presName="level3hierChild" presStyleCnt="0"/>
      <dgm:spPr/>
    </dgm:pt>
    <dgm:pt modelId="{46D79C3C-DC93-45C1-B5AC-DB62633C8FFA}" type="pres">
      <dgm:prSet presAssocID="{69CE3C39-975E-4F33-AD34-1EA74FE3EDEC}" presName="conn2-1" presStyleLbl="parChTrans1D4" presStyleIdx="8" presStyleCnt="10"/>
      <dgm:spPr/>
    </dgm:pt>
    <dgm:pt modelId="{E75264C8-288D-4037-BEDB-F822941214F1}" type="pres">
      <dgm:prSet presAssocID="{69CE3C39-975E-4F33-AD34-1EA74FE3EDEC}" presName="connTx" presStyleLbl="parChTrans1D4" presStyleIdx="8" presStyleCnt="10"/>
      <dgm:spPr/>
    </dgm:pt>
    <dgm:pt modelId="{9215F198-6F15-4CC0-AB73-332E60183E9B}" type="pres">
      <dgm:prSet presAssocID="{A506B132-B618-4C40-B1C4-6D4739337B0E}" presName="root2" presStyleCnt="0"/>
      <dgm:spPr/>
    </dgm:pt>
    <dgm:pt modelId="{6EC76877-DE6B-4A55-809D-BDA5F256897C}" type="pres">
      <dgm:prSet presAssocID="{A506B132-B618-4C40-B1C4-6D4739337B0E}" presName="LevelTwoTextNode" presStyleLbl="node4" presStyleIdx="8" presStyleCnt="10">
        <dgm:presLayoutVars>
          <dgm:chPref val="3"/>
        </dgm:presLayoutVars>
      </dgm:prSet>
      <dgm:spPr/>
    </dgm:pt>
    <dgm:pt modelId="{0E181C49-3D39-416E-82C6-98354B29F2A6}" type="pres">
      <dgm:prSet presAssocID="{A506B132-B618-4C40-B1C4-6D4739337B0E}" presName="level3hierChild" presStyleCnt="0"/>
      <dgm:spPr/>
    </dgm:pt>
    <dgm:pt modelId="{0A215D3B-DE38-4F78-AB00-FF6972021748}" type="pres">
      <dgm:prSet presAssocID="{A84CEB0F-2BC0-4D0F-A9FD-5B4D49C98854}" presName="conn2-1" presStyleLbl="parChTrans1D4" presStyleIdx="9" presStyleCnt="10"/>
      <dgm:spPr/>
    </dgm:pt>
    <dgm:pt modelId="{53B8BC63-1B14-4E16-BB0C-A3268E38495B}" type="pres">
      <dgm:prSet presAssocID="{A84CEB0F-2BC0-4D0F-A9FD-5B4D49C98854}" presName="connTx" presStyleLbl="parChTrans1D4" presStyleIdx="9" presStyleCnt="10"/>
      <dgm:spPr/>
    </dgm:pt>
    <dgm:pt modelId="{D2F8B0AA-0F23-49D7-A114-B9AE42C56419}" type="pres">
      <dgm:prSet presAssocID="{350FCD04-BE55-490B-A6C4-E771A44A294C}" presName="root2" presStyleCnt="0"/>
      <dgm:spPr/>
    </dgm:pt>
    <dgm:pt modelId="{B30244F9-17A0-419E-B9E7-875945F509F2}" type="pres">
      <dgm:prSet presAssocID="{350FCD04-BE55-490B-A6C4-E771A44A294C}" presName="LevelTwoTextNode" presStyleLbl="node4" presStyleIdx="9" presStyleCnt="10">
        <dgm:presLayoutVars>
          <dgm:chPref val="3"/>
        </dgm:presLayoutVars>
      </dgm:prSet>
      <dgm:spPr/>
    </dgm:pt>
    <dgm:pt modelId="{630D1AF9-9E7C-43AA-8F5E-CDC56EAEED97}" type="pres">
      <dgm:prSet presAssocID="{350FCD04-BE55-490B-A6C4-E771A44A294C}" presName="level3hierChild" presStyleCnt="0"/>
      <dgm:spPr/>
    </dgm:pt>
  </dgm:ptLst>
  <dgm:cxnLst>
    <dgm:cxn modelId="{FA8E6001-928B-4D1B-ADCA-56AD4618C0A3}" type="presOf" srcId="{0A6454FE-A2BD-4919-B1B7-334B98BFF8A9}" destId="{95CD4639-338A-497D-8723-CB9FF593A1F5}" srcOrd="0" destOrd="0" presId="urn:microsoft.com/office/officeart/2005/8/layout/hierarchy2"/>
    <dgm:cxn modelId="{AE1C2C02-C611-4CC9-99E4-B97597AAE878}" type="presOf" srcId="{D8894C04-9787-45D3-9291-10D3F878BB36}" destId="{8E8CA1C5-BECA-4829-9DB4-A4CF73262F8D}" srcOrd="0" destOrd="0" presId="urn:microsoft.com/office/officeart/2005/8/layout/hierarchy2"/>
    <dgm:cxn modelId="{49DF470C-AEBC-458D-8D9B-DD6707A8EA71}" type="presOf" srcId="{350FCD04-BE55-490B-A6C4-E771A44A294C}" destId="{B30244F9-17A0-419E-B9E7-875945F509F2}" srcOrd="0" destOrd="0" presId="urn:microsoft.com/office/officeart/2005/8/layout/hierarchy2"/>
    <dgm:cxn modelId="{43B17A0D-04DC-4B4D-84FA-DDBE49FA2FED}" type="presOf" srcId="{A317A7FF-3349-4187-A48C-4E015405CFDE}" destId="{43B013DF-95E5-49B0-AF21-9A0B997EADF1}" srcOrd="0" destOrd="0" presId="urn:microsoft.com/office/officeart/2005/8/layout/hierarchy2"/>
    <dgm:cxn modelId="{EDA01A12-FCF6-4EB4-9A75-BF13B695A2FC}" srcId="{DD6EEA07-83FF-48A3-85A7-6A7C9FC50B99}" destId="{A9BEB679-C686-476D-B871-257CF4B6B57D}" srcOrd="1" destOrd="0" parTransId="{D8894C04-9787-45D3-9291-10D3F878BB36}" sibTransId="{87B7CCA7-6FBF-4DB4-928F-AEF615E47FB0}"/>
    <dgm:cxn modelId="{1A049112-52B5-44D4-9437-A2FB62BE55C8}" srcId="{A9E8C387-13DB-4CCB-868B-9D3675C8FEF7}" destId="{EC362D29-1366-4C58-8801-F28C85C962A7}" srcOrd="1" destOrd="0" parTransId="{0402EEC9-A82A-4F64-A360-BC7270CC0B0D}" sibTransId="{2D58C218-C81B-4C97-8ACE-35801D9161F3}"/>
    <dgm:cxn modelId="{BF076015-76D6-4A7F-AF70-570A5890EFA2}" type="presOf" srcId="{12A49795-1F39-4695-9572-488C4716D10B}" destId="{373E1092-9A6E-4917-BF69-89A317915828}" srcOrd="1" destOrd="0" presId="urn:microsoft.com/office/officeart/2005/8/layout/hierarchy2"/>
    <dgm:cxn modelId="{74F1F416-6E06-4249-80C3-817BCEAABD6F}" type="presOf" srcId="{52BFF847-054C-42E0-9C43-5B5A44FCBD53}" destId="{CC0F3CC1-8E4C-4688-BDD5-61B2E3007635}" srcOrd="1" destOrd="0" presId="urn:microsoft.com/office/officeart/2005/8/layout/hierarchy2"/>
    <dgm:cxn modelId="{13C4CB1F-CE92-46DD-BC40-4C84FAE6FEDF}" type="presOf" srcId="{A84CEB0F-2BC0-4D0F-A9FD-5B4D49C98854}" destId="{0A215D3B-DE38-4F78-AB00-FF6972021748}" srcOrd="0" destOrd="0" presId="urn:microsoft.com/office/officeart/2005/8/layout/hierarchy2"/>
    <dgm:cxn modelId="{8E552520-CD8B-4A36-AC89-4E2D0E2185CA}" type="presOf" srcId="{39D2057B-599F-4903-A636-F8F5175F9B5F}" destId="{96DEC551-F3D8-4D03-AD99-8DE49DA83584}" srcOrd="0" destOrd="0" presId="urn:microsoft.com/office/officeart/2005/8/layout/hierarchy2"/>
    <dgm:cxn modelId="{5DCFBA26-FB67-433A-A92A-359DE0708749}" type="presOf" srcId="{F3F7B45C-CE49-453C-9527-ECD3634DF680}" destId="{AE896AA5-A42C-44AD-BD87-0D1F2AD22600}" srcOrd="0" destOrd="0" presId="urn:microsoft.com/office/officeart/2005/8/layout/hierarchy2"/>
    <dgm:cxn modelId="{11E2C127-786F-4EE0-AD3C-EC24AB2A44B5}" type="presOf" srcId="{6D6AD1DB-437A-4F37-BB9C-03D31FFEBBF3}" destId="{451220F7-8DFA-41AB-8815-BDBF8F7A8302}" srcOrd="1" destOrd="0" presId="urn:microsoft.com/office/officeart/2005/8/layout/hierarchy2"/>
    <dgm:cxn modelId="{45FD9629-FB61-4A2A-93C0-A0E3ED779F9D}" type="presOf" srcId="{D9BBC025-B40D-45B8-9CDD-913FC8D056FA}" destId="{5D200A77-6B0E-4CC6-BEB4-E964E612EF2E}" srcOrd="0" destOrd="0" presId="urn:microsoft.com/office/officeart/2005/8/layout/hierarchy2"/>
    <dgm:cxn modelId="{4645B02B-4C55-4015-BD62-666069A8CAB5}" srcId="{F4B4A6B4-6D6B-4FD7-8F5A-80088D2EE875}" destId="{E4BF8081-57FF-4833-BC1D-4AD35487FEB5}" srcOrd="0" destOrd="0" parTransId="{52BFF847-054C-42E0-9C43-5B5A44FCBD53}" sibTransId="{CCF479E3-2ED3-4A61-8E68-98ED25D2376C}"/>
    <dgm:cxn modelId="{B21BEF2E-6776-435D-BF65-8708ECA14CFA}" type="presOf" srcId="{6412CAA6-E0B5-498D-A7FA-AA896011BDB4}" destId="{E31DFBFD-EA88-4441-88B3-8A345E832BD8}" srcOrd="1" destOrd="0" presId="urn:microsoft.com/office/officeart/2005/8/layout/hierarchy2"/>
    <dgm:cxn modelId="{0D6A6E30-E311-44C6-BFF8-D076DF568B02}" type="presOf" srcId="{E8FD691E-44AC-4A55-9E32-EE43ED1B50E6}" destId="{A6B752E8-0570-4F62-A212-61B3DAB74CAA}" srcOrd="0" destOrd="0" presId="urn:microsoft.com/office/officeart/2005/8/layout/hierarchy2"/>
    <dgm:cxn modelId="{92CE2E32-E9FD-4E71-B183-6A1033ACAA9B}" srcId="{A506B132-B618-4C40-B1C4-6D4739337B0E}" destId="{350FCD04-BE55-490B-A6C4-E771A44A294C}" srcOrd="0" destOrd="0" parTransId="{A84CEB0F-2BC0-4D0F-A9FD-5B4D49C98854}" sibTransId="{D23AE904-8CFD-49D0-987D-4C2F10000343}"/>
    <dgm:cxn modelId="{BE1C7632-8E89-4E25-B5BF-2FBFC564B10E}" type="presOf" srcId="{3DCA82F9-0964-4FCF-B990-31DFA7565CB9}" destId="{3757E364-56D4-4A59-B919-A18DBF80CF72}" srcOrd="0" destOrd="0" presId="urn:microsoft.com/office/officeart/2005/8/layout/hierarchy2"/>
    <dgm:cxn modelId="{DC9F2235-0B44-443D-883D-7F04214ED7F0}" type="presOf" srcId="{12A49795-1F39-4695-9572-488C4716D10B}" destId="{ABED3236-37C0-4830-81E3-81A70C09DBE7}" srcOrd="0" destOrd="0" presId="urn:microsoft.com/office/officeart/2005/8/layout/hierarchy2"/>
    <dgm:cxn modelId="{65E92236-DCE7-422B-9960-49B1D4E35ABC}" type="presOf" srcId="{DCAF6DBB-A0D8-4DBA-81E5-1064975BAF7C}" destId="{D76BBA54-B90A-46FD-BF5C-211E8066AA3E}" srcOrd="0" destOrd="0" presId="urn:microsoft.com/office/officeart/2005/8/layout/hierarchy2"/>
    <dgm:cxn modelId="{BFDA3741-FAF5-440A-A1BA-4CA7AB9B103D}" type="presOf" srcId="{A858EBB2-03D6-461F-8259-3C3A74A52E13}" destId="{4C1DE26F-B174-407B-B819-73C8DFF81070}" srcOrd="0" destOrd="0" presId="urn:microsoft.com/office/officeart/2005/8/layout/hierarchy2"/>
    <dgm:cxn modelId="{594A4062-5036-4995-901E-C05477DC4AC4}" type="presOf" srcId="{4A0B106A-69D0-40F2-A3A8-3F052D8FA5D6}" destId="{BE170F69-43A5-4E13-9BF7-23DC4586038D}" srcOrd="0" destOrd="0" presId="urn:microsoft.com/office/officeart/2005/8/layout/hierarchy2"/>
    <dgm:cxn modelId="{D68E0F4A-BC32-4671-B933-6DFB082EF5B7}" type="presOf" srcId="{3DCA82F9-0964-4FCF-B990-31DFA7565CB9}" destId="{AA986971-DCDE-4070-97BC-906702D7925D}" srcOrd="1" destOrd="0" presId="urn:microsoft.com/office/officeart/2005/8/layout/hierarchy2"/>
    <dgm:cxn modelId="{D86E424A-33D0-4EA0-A7FA-344351780084}" type="presOf" srcId="{85504711-08D6-4F27-9FAD-D12B3368CBDB}" destId="{F10C089A-1D63-4AF5-977E-0E7268BE7957}" srcOrd="0" destOrd="0" presId="urn:microsoft.com/office/officeart/2005/8/layout/hierarchy2"/>
    <dgm:cxn modelId="{9DFAD64A-D1DF-4648-BECA-6C6B879C13BD}" srcId="{EC362D29-1366-4C58-8801-F28C85C962A7}" destId="{A858EBB2-03D6-461F-8259-3C3A74A52E13}" srcOrd="0" destOrd="0" parTransId="{92A2E9A2-79E8-4E75-AE3E-D5376DBA6F30}" sibTransId="{A932F769-3703-4577-A8DA-2160F2C91EDC}"/>
    <dgm:cxn modelId="{9193644B-AF03-442A-BF51-A3905A722674}" srcId="{F4B4A6B4-6D6B-4FD7-8F5A-80088D2EE875}" destId="{52505619-F959-4A3A-B25D-3B7880C78564}" srcOrd="1" destOrd="0" parTransId="{6412CAA6-E0B5-498D-A7FA-AA896011BDB4}" sibTransId="{594A453D-93BE-49F0-A4CA-7203F2A62B48}"/>
    <dgm:cxn modelId="{A9A8646B-9875-4A1C-BB1D-2479A889F74D}" type="presOf" srcId="{6D6AD1DB-437A-4F37-BB9C-03D31FFEBBF3}" destId="{229A42FA-A6D2-4FFA-8969-EE305EB37DE6}" srcOrd="0" destOrd="0" presId="urn:microsoft.com/office/officeart/2005/8/layout/hierarchy2"/>
    <dgm:cxn modelId="{10D73B4D-BC36-4C79-85DF-DC7794A1260F}" type="presOf" srcId="{A84CEB0F-2BC0-4D0F-A9FD-5B4D49C98854}" destId="{53B8BC63-1B14-4E16-BB0C-A3268E38495B}" srcOrd="1" destOrd="0" presId="urn:microsoft.com/office/officeart/2005/8/layout/hierarchy2"/>
    <dgm:cxn modelId="{09F4924F-F48B-4CC6-871E-C13E96AB77DF}" type="presOf" srcId="{69CE3C39-975E-4F33-AD34-1EA74FE3EDEC}" destId="{E75264C8-288D-4037-BEDB-F822941214F1}" srcOrd="1" destOrd="0" presId="urn:microsoft.com/office/officeart/2005/8/layout/hierarchy2"/>
    <dgm:cxn modelId="{654C9671-B1E3-4579-A501-865D4C380685}" srcId="{D9BBC025-B40D-45B8-9CDD-913FC8D056FA}" destId="{E8FD691E-44AC-4A55-9E32-EE43ED1B50E6}" srcOrd="0" destOrd="0" parTransId="{85504711-08D6-4F27-9FAD-D12B3368CBDB}" sibTransId="{7EFE21CC-5D5F-4123-BB07-0DEC78F77746}"/>
    <dgm:cxn modelId="{966D2554-AE90-4979-A55D-8420FEB21D63}" type="presOf" srcId="{87A9A6BB-6DB6-4404-A793-6AFE4FBFAE14}" destId="{621B2B84-EFCF-403A-AB33-FDB583CFBD1B}" srcOrd="0" destOrd="0" presId="urn:microsoft.com/office/officeart/2005/8/layout/hierarchy2"/>
    <dgm:cxn modelId="{758CB474-572E-457A-81A6-CBA935F11B08}" type="presOf" srcId="{D8894C04-9787-45D3-9291-10D3F878BB36}" destId="{D7FC7588-7C16-465A-825C-2ACA09F43380}" srcOrd="1" destOrd="0" presId="urn:microsoft.com/office/officeart/2005/8/layout/hierarchy2"/>
    <dgm:cxn modelId="{BE30D977-1873-4560-B7C1-019A3657311A}" type="presOf" srcId="{4A0B106A-69D0-40F2-A3A8-3F052D8FA5D6}" destId="{20C5EB15-8D21-4916-B287-BD792F80A911}" srcOrd="1" destOrd="0" presId="urn:microsoft.com/office/officeart/2005/8/layout/hierarchy2"/>
    <dgm:cxn modelId="{8E141D78-96E8-4FC9-8345-87769095045A}" type="presOf" srcId="{F4B4A6B4-6D6B-4FD7-8F5A-80088D2EE875}" destId="{F9AC4E55-1905-46FB-B924-05ECF950A34B}" srcOrd="0" destOrd="0" presId="urn:microsoft.com/office/officeart/2005/8/layout/hierarchy2"/>
    <dgm:cxn modelId="{DCEC6658-C7A8-43FA-8B5E-B945005937AA}" type="presOf" srcId="{F3F7B45C-CE49-453C-9527-ECD3634DF680}" destId="{B4547844-264D-4A70-9F99-E3F3EA5BD86D}" srcOrd="1" destOrd="0" presId="urn:microsoft.com/office/officeart/2005/8/layout/hierarchy2"/>
    <dgm:cxn modelId="{6A163B5A-4C76-41DB-9207-12927AA5150F}" type="presOf" srcId="{A317A7FF-3349-4187-A48C-4E015405CFDE}" destId="{2BD5D24A-44A6-4A42-BD67-91F4F44EA27D}" srcOrd="1" destOrd="0" presId="urn:microsoft.com/office/officeart/2005/8/layout/hierarchy2"/>
    <dgm:cxn modelId="{2C56687C-AFA8-40EA-B210-694BAA7B801B}" type="presOf" srcId="{C18D57BB-F85E-4ABB-B7FD-D125FEEA62DE}" destId="{A122F30D-DD3F-435D-ACFB-6B7796233E46}" srcOrd="1" destOrd="0" presId="urn:microsoft.com/office/officeart/2005/8/layout/hierarchy2"/>
    <dgm:cxn modelId="{451ADC7C-82F5-4E1F-BE7A-D2F0556F8595}" type="presOf" srcId="{EC362D29-1366-4C58-8801-F28C85C962A7}" destId="{8EF127E7-4A38-4C92-867F-8B4185DBB42C}" srcOrd="0" destOrd="0" presId="urn:microsoft.com/office/officeart/2005/8/layout/hierarchy2"/>
    <dgm:cxn modelId="{79F48580-929D-4E67-A1F8-8267EAA3E3F6}" srcId="{F61F1F1A-B607-4966-B8A1-4E3521D62E83}" destId="{A9E8C387-13DB-4CCB-868B-9D3675C8FEF7}" srcOrd="0" destOrd="0" parTransId="{6DE06027-1EE0-4DA0-BF4B-AC71A6522FEF}" sibTransId="{C36FCF80-FF1A-405C-9B9E-4333412E2409}"/>
    <dgm:cxn modelId="{608D4F82-2341-48FA-B2CC-0D600EAF47C8}" type="presOf" srcId="{F61F1F1A-B607-4966-B8A1-4E3521D62E83}" destId="{81197985-1751-4A41-83E1-845AA0D60D6E}" srcOrd="0" destOrd="0" presId="urn:microsoft.com/office/officeart/2005/8/layout/hierarchy2"/>
    <dgm:cxn modelId="{28BD7282-5938-4B51-BEF0-E01939BBA7A2}" type="presOf" srcId="{0402EEC9-A82A-4F64-A360-BC7270CC0B0D}" destId="{C944F795-583E-49E2-9780-0B298B3EB602}" srcOrd="0" destOrd="0" presId="urn:microsoft.com/office/officeart/2005/8/layout/hierarchy2"/>
    <dgm:cxn modelId="{8EF14185-6713-4F67-8AE1-8C4AF1392BEE}" srcId="{DD6EEA07-83FF-48A3-85A7-6A7C9FC50B99}" destId="{D9BBC025-B40D-45B8-9CDD-913FC8D056FA}" srcOrd="0" destOrd="0" parTransId="{3DCA82F9-0964-4FCF-B990-31DFA7565CB9}" sibTransId="{292D549D-EE7A-4ECE-B21C-E690F2F21AD8}"/>
    <dgm:cxn modelId="{8B7C7F85-0623-4E55-B8BB-D2E04FBE9B60}" type="presOf" srcId="{0402EEC9-A82A-4F64-A360-BC7270CC0B0D}" destId="{7420C757-EC57-4991-A325-8FD756C2A9A2}" srcOrd="1" destOrd="0" presId="urn:microsoft.com/office/officeart/2005/8/layout/hierarchy2"/>
    <dgm:cxn modelId="{82126D88-137B-412E-9CB8-A265E01FF359}" srcId="{F8381818-5804-45FB-822B-072523B9D7A0}" destId="{DE52A7E1-AC9A-4EA6-8150-F771E382E8DD}" srcOrd="0" destOrd="0" parTransId="{6D6AD1DB-437A-4F37-BB9C-03D31FFEBBF3}" sibTransId="{25C982CB-437C-44A1-9A90-BCE5CBFB40CD}"/>
    <dgm:cxn modelId="{4591188D-2A6D-453C-BDC1-7C5F5C634F0A}" srcId="{EC362D29-1366-4C58-8801-F28C85C962A7}" destId="{F8381818-5804-45FB-822B-072523B9D7A0}" srcOrd="1" destOrd="0" parTransId="{A317A7FF-3349-4187-A48C-4E015405CFDE}" sibTransId="{B7B58B11-00DB-4AA6-A523-7A805A670372}"/>
    <dgm:cxn modelId="{E278A78D-18D0-4E92-BE91-3BE9D5FAFE13}" type="presOf" srcId="{52505619-F959-4A3A-B25D-3B7880C78564}" destId="{356F1C0B-9EB1-40E6-990D-3AAA906BEFAA}" srcOrd="0" destOrd="0" presId="urn:microsoft.com/office/officeart/2005/8/layout/hierarchy2"/>
    <dgm:cxn modelId="{C1A4829F-7F36-43A4-BD3F-7BDF16797A07}" type="presOf" srcId="{E4BF8081-57FF-4833-BC1D-4AD35487FEB5}" destId="{3C9EC065-17D7-489E-8AD8-DDF876811D2A}" srcOrd="0" destOrd="0" presId="urn:microsoft.com/office/officeart/2005/8/layout/hierarchy2"/>
    <dgm:cxn modelId="{20721EA1-BDD8-43FB-8473-9D48498788AE}" type="presOf" srcId="{C18D57BB-F85E-4ABB-B7FD-D125FEEA62DE}" destId="{2AF7C716-2573-4812-ADC0-7E6D13CA7106}" srcOrd="0" destOrd="0" presId="urn:microsoft.com/office/officeart/2005/8/layout/hierarchy2"/>
    <dgm:cxn modelId="{274D50A4-E93D-446B-9461-5091D95E575E}" type="presOf" srcId="{DD6EEA07-83FF-48A3-85A7-6A7C9FC50B99}" destId="{F9A6344D-169B-4CA1-9514-47E5BFFE6FEC}" srcOrd="0" destOrd="0" presId="urn:microsoft.com/office/officeart/2005/8/layout/hierarchy2"/>
    <dgm:cxn modelId="{D36052A7-04A3-4E95-9D91-9438FC1D6AF9}" srcId="{A858EBB2-03D6-461F-8259-3C3A74A52E13}" destId="{F4B4A6B4-6D6B-4FD7-8F5A-80088D2EE875}" srcOrd="0" destOrd="0" parTransId="{C18D57BB-F85E-4ABB-B7FD-D125FEEA62DE}" sibTransId="{EB5CF65B-03E4-4DAB-8785-0A0065E30A26}"/>
    <dgm:cxn modelId="{8504AAAC-69DB-4B64-984A-ABB103797EF3}" srcId="{E8FD691E-44AC-4A55-9E32-EE43ED1B50E6}" destId="{0A6454FE-A2BD-4919-B1B7-334B98BFF8A9}" srcOrd="0" destOrd="0" parTransId="{12A49795-1F39-4695-9572-488C4716D10B}" sibTransId="{165FAF83-A93A-4F69-8F58-E426B8F5A73C}"/>
    <dgm:cxn modelId="{54F8A8B1-0396-494C-8D01-7F4904AE1C99}" type="presOf" srcId="{DCAF6DBB-A0D8-4DBA-81E5-1064975BAF7C}" destId="{B96CB1EC-1C90-4530-9D35-8E498FF779D8}" srcOrd="1" destOrd="0" presId="urn:microsoft.com/office/officeart/2005/8/layout/hierarchy2"/>
    <dgm:cxn modelId="{0749B5B1-9265-4536-9A51-D7F9F074C584}" type="presOf" srcId="{69CE3C39-975E-4F33-AD34-1EA74FE3EDEC}" destId="{46D79C3C-DC93-45C1-B5AC-DB62633C8FFA}" srcOrd="0" destOrd="0" presId="urn:microsoft.com/office/officeart/2005/8/layout/hierarchy2"/>
    <dgm:cxn modelId="{CE11D8B1-EAB7-41EB-AFB3-5D85CFF31C26}" srcId="{A9E8C387-13DB-4CCB-868B-9D3675C8FEF7}" destId="{DD6EEA07-83FF-48A3-85A7-6A7C9FC50B99}" srcOrd="0" destOrd="0" parTransId="{F3F7B45C-CE49-453C-9527-ECD3634DF680}" sibTransId="{75D020C1-2E14-4982-AC47-DF9C1A5E62A3}"/>
    <dgm:cxn modelId="{3FDEE6B4-6A2E-48EB-A630-464FBC0DD1ED}" type="presOf" srcId="{DE52A7E1-AC9A-4EA6-8150-F771E382E8DD}" destId="{F352B3B2-8561-4967-A1DC-20C4027EE032}" srcOrd="0" destOrd="0" presId="urn:microsoft.com/office/officeart/2005/8/layout/hierarchy2"/>
    <dgm:cxn modelId="{29D6B9B6-52B8-4123-BD18-F32BEA0D148A}" srcId="{F8381818-5804-45FB-822B-072523B9D7A0}" destId="{A506B132-B618-4C40-B1C4-6D4739337B0E}" srcOrd="1" destOrd="0" parTransId="{69CE3C39-975E-4F33-AD34-1EA74FE3EDEC}" sibTransId="{869F9C59-BD10-4F5F-904B-3D8BB9BC6C1A}"/>
    <dgm:cxn modelId="{2E6B20C1-BF68-403D-B392-C198FE68598E}" type="presOf" srcId="{F8381818-5804-45FB-822B-072523B9D7A0}" destId="{9FD3CC60-DA3F-45A7-9090-16B42FE930AE}" srcOrd="0" destOrd="0" presId="urn:microsoft.com/office/officeart/2005/8/layout/hierarchy2"/>
    <dgm:cxn modelId="{F0BDE8C5-09FF-4204-91C4-72FD73B1071A}" type="presOf" srcId="{85504711-08D6-4F27-9FAD-D12B3368CBDB}" destId="{C0F71C32-5C9D-40FD-AB28-034125C2A07D}" srcOrd="1" destOrd="0" presId="urn:microsoft.com/office/officeart/2005/8/layout/hierarchy2"/>
    <dgm:cxn modelId="{FF492ECD-0FF7-422A-AC64-5B1ABCC4724A}" type="presOf" srcId="{52BFF847-054C-42E0-9C43-5B5A44FCBD53}" destId="{4901F4CF-A6F0-4DE8-A156-9EAE0AA07297}" srcOrd="0" destOrd="0" presId="urn:microsoft.com/office/officeart/2005/8/layout/hierarchy2"/>
    <dgm:cxn modelId="{13A993CD-936B-429F-96B5-D8222574B3FF}" type="presOf" srcId="{A506B132-B618-4C40-B1C4-6D4739337B0E}" destId="{6EC76877-DE6B-4A55-809D-BDA5F256897C}" srcOrd="0" destOrd="0" presId="urn:microsoft.com/office/officeart/2005/8/layout/hierarchy2"/>
    <dgm:cxn modelId="{C1FBD8D6-BC04-4998-AD91-D6918F838509}" type="presOf" srcId="{6412CAA6-E0B5-498D-A7FA-AA896011BDB4}" destId="{F4CEC770-EAB8-47D2-A050-30EFB8D746C9}" srcOrd="0" destOrd="0" presId="urn:microsoft.com/office/officeart/2005/8/layout/hierarchy2"/>
    <dgm:cxn modelId="{3725FBDC-A4A7-4CAA-A79A-C4B32FB39476}" type="presOf" srcId="{92A2E9A2-79E8-4E75-AE3E-D5376DBA6F30}" destId="{9F91F0BE-562F-4593-A5DB-40BBAFFED422}" srcOrd="0" destOrd="0" presId="urn:microsoft.com/office/officeart/2005/8/layout/hierarchy2"/>
    <dgm:cxn modelId="{60B217E9-4F9D-4B21-B43D-2240EDAA257C}" srcId="{A9BEB679-C686-476D-B871-257CF4B6B57D}" destId="{87A9A6BB-6DB6-4404-A793-6AFE4FBFAE14}" srcOrd="0" destOrd="0" parTransId="{DCAF6DBB-A0D8-4DBA-81E5-1064975BAF7C}" sibTransId="{874B228A-7328-48F4-8359-6F94F6D8C5C9}"/>
    <dgm:cxn modelId="{4B1FD3F2-FBDE-4EDF-AEE3-E80815FF2D4F}" srcId="{F4B4A6B4-6D6B-4FD7-8F5A-80088D2EE875}" destId="{39D2057B-599F-4903-A636-F8F5175F9B5F}" srcOrd="2" destOrd="0" parTransId="{4A0B106A-69D0-40F2-A3A8-3F052D8FA5D6}" sibTransId="{43463C55-D011-4E3E-AC27-C243488DD981}"/>
    <dgm:cxn modelId="{4DFDA6F6-BBB0-4D12-B8D2-8F0CFFC70013}" type="presOf" srcId="{92A2E9A2-79E8-4E75-AE3E-D5376DBA6F30}" destId="{4CA4EAFA-1E0D-43DA-896B-9DB3A0203069}" srcOrd="1" destOrd="0" presId="urn:microsoft.com/office/officeart/2005/8/layout/hierarchy2"/>
    <dgm:cxn modelId="{1ACC94F9-36FB-4B9C-A218-DC71BA532E4A}" type="presOf" srcId="{A9BEB679-C686-476D-B871-257CF4B6B57D}" destId="{CDE1F51D-AF49-4355-A542-F1F1C3901F6A}" srcOrd="0" destOrd="0" presId="urn:microsoft.com/office/officeart/2005/8/layout/hierarchy2"/>
    <dgm:cxn modelId="{028679FA-AA4F-4D79-A407-DBDDC4CB76CC}" type="presOf" srcId="{A9E8C387-13DB-4CCB-868B-9D3675C8FEF7}" destId="{852E1D73-0DED-444E-BB47-3235F445C759}" srcOrd="0" destOrd="0" presId="urn:microsoft.com/office/officeart/2005/8/layout/hierarchy2"/>
    <dgm:cxn modelId="{C7277536-3F64-42E3-A934-784EB3339F6F}" type="presParOf" srcId="{81197985-1751-4A41-83E1-845AA0D60D6E}" destId="{A18C4B13-C0A9-4366-841C-BE3129685C8B}" srcOrd="0" destOrd="0" presId="urn:microsoft.com/office/officeart/2005/8/layout/hierarchy2"/>
    <dgm:cxn modelId="{E32D9FF2-332B-4636-BF33-25D0D191DCE1}" type="presParOf" srcId="{A18C4B13-C0A9-4366-841C-BE3129685C8B}" destId="{852E1D73-0DED-444E-BB47-3235F445C759}" srcOrd="0" destOrd="0" presId="urn:microsoft.com/office/officeart/2005/8/layout/hierarchy2"/>
    <dgm:cxn modelId="{CADC649E-59F6-458A-8FFA-CF399949C5DE}" type="presParOf" srcId="{A18C4B13-C0A9-4366-841C-BE3129685C8B}" destId="{E9F9030C-43DD-4205-9EDA-72A43E4304AE}" srcOrd="1" destOrd="0" presId="urn:microsoft.com/office/officeart/2005/8/layout/hierarchy2"/>
    <dgm:cxn modelId="{3B00614D-3095-4922-BDE6-D3CA9A23E17A}" type="presParOf" srcId="{E9F9030C-43DD-4205-9EDA-72A43E4304AE}" destId="{AE896AA5-A42C-44AD-BD87-0D1F2AD22600}" srcOrd="0" destOrd="0" presId="urn:microsoft.com/office/officeart/2005/8/layout/hierarchy2"/>
    <dgm:cxn modelId="{A162F0CB-C7F8-4F29-93CB-EED824F6A20D}" type="presParOf" srcId="{AE896AA5-A42C-44AD-BD87-0D1F2AD22600}" destId="{B4547844-264D-4A70-9F99-E3F3EA5BD86D}" srcOrd="0" destOrd="0" presId="urn:microsoft.com/office/officeart/2005/8/layout/hierarchy2"/>
    <dgm:cxn modelId="{7D188882-FB81-4254-A5CD-1F84FEDDEF3B}" type="presParOf" srcId="{E9F9030C-43DD-4205-9EDA-72A43E4304AE}" destId="{D788B4BA-3DFF-426A-9716-5C2015737D7B}" srcOrd="1" destOrd="0" presId="urn:microsoft.com/office/officeart/2005/8/layout/hierarchy2"/>
    <dgm:cxn modelId="{FADB0563-E4D3-46B0-B42A-B9CD89D0C793}" type="presParOf" srcId="{D788B4BA-3DFF-426A-9716-5C2015737D7B}" destId="{F9A6344D-169B-4CA1-9514-47E5BFFE6FEC}" srcOrd="0" destOrd="0" presId="urn:microsoft.com/office/officeart/2005/8/layout/hierarchy2"/>
    <dgm:cxn modelId="{FB001B51-0ADF-4BBB-B6C6-E9B4530D1DEF}" type="presParOf" srcId="{D788B4BA-3DFF-426A-9716-5C2015737D7B}" destId="{F5C7705C-B934-4FB6-AB14-62D221C69C7B}" srcOrd="1" destOrd="0" presId="urn:microsoft.com/office/officeart/2005/8/layout/hierarchy2"/>
    <dgm:cxn modelId="{41B45FFE-0467-4526-90A1-5C2605DAD5CC}" type="presParOf" srcId="{F5C7705C-B934-4FB6-AB14-62D221C69C7B}" destId="{3757E364-56D4-4A59-B919-A18DBF80CF72}" srcOrd="0" destOrd="0" presId="urn:microsoft.com/office/officeart/2005/8/layout/hierarchy2"/>
    <dgm:cxn modelId="{89C57084-8E55-49DD-8F54-A011A340C007}" type="presParOf" srcId="{3757E364-56D4-4A59-B919-A18DBF80CF72}" destId="{AA986971-DCDE-4070-97BC-906702D7925D}" srcOrd="0" destOrd="0" presId="urn:microsoft.com/office/officeart/2005/8/layout/hierarchy2"/>
    <dgm:cxn modelId="{4CC7E8AE-1F7B-46E1-8002-BFDA5F5BD63A}" type="presParOf" srcId="{F5C7705C-B934-4FB6-AB14-62D221C69C7B}" destId="{EB831EF7-6ADD-4771-A29E-15B8BCB8AB7A}" srcOrd="1" destOrd="0" presId="urn:microsoft.com/office/officeart/2005/8/layout/hierarchy2"/>
    <dgm:cxn modelId="{831620C7-04E0-4E10-A822-63CEDB3040DE}" type="presParOf" srcId="{EB831EF7-6ADD-4771-A29E-15B8BCB8AB7A}" destId="{5D200A77-6B0E-4CC6-BEB4-E964E612EF2E}" srcOrd="0" destOrd="0" presId="urn:microsoft.com/office/officeart/2005/8/layout/hierarchy2"/>
    <dgm:cxn modelId="{17CF5363-3FB0-45D5-B6BE-40095381F43B}" type="presParOf" srcId="{EB831EF7-6ADD-4771-A29E-15B8BCB8AB7A}" destId="{C46DB87E-4CD5-43A1-9C51-DA711B2BDA64}" srcOrd="1" destOrd="0" presId="urn:microsoft.com/office/officeart/2005/8/layout/hierarchy2"/>
    <dgm:cxn modelId="{5F1A2AEE-5CF5-4B4A-80B9-CF439397E5EF}" type="presParOf" srcId="{C46DB87E-4CD5-43A1-9C51-DA711B2BDA64}" destId="{F10C089A-1D63-4AF5-977E-0E7268BE7957}" srcOrd="0" destOrd="0" presId="urn:microsoft.com/office/officeart/2005/8/layout/hierarchy2"/>
    <dgm:cxn modelId="{D8296505-B7E9-4DAF-8DF4-DC0DAA378873}" type="presParOf" srcId="{F10C089A-1D63-4AF5-977E-0E7268BE7957}" destId="{C0F71C32-5C9D-40FD-AB28-034125C2A07D}" srcOrd="0" destOrd="0" presId="urn:microsoft.com/office/officeart/2005/8/layout/hierarchy2"/>
    <dgm:cxn modelId="{818B3E29-9603-494C-A5AE-1226224FAD34}" type="presParOf" srcId="{C46DB87E-4CD5-43A1-9C51-DA711B2BDA64}" destId="{0333D408-25A1-4972-A8DD-7158EC65DA76}" srcOrd="1" destOrd="0" presId="urn:microsoft.com/office/officeart/2005/8/layout/hierarchy2"/>
    <dgm:cxn modelId="{7CF5C77C-3FDC-470E-B664-8C993654A125}" type="presParOf" srcId="{0333D408-25A1-4972-A8DD-7158EC65DA76}" destId="{A6B752E8-0570-4F62-A212-61B3DAB74CAA}" srcOrd="0" destOrd="0" presId="urn:microsoft.com/office/officeart/2005/8/layout/hierarchy2"/>
    <dgm:cxn modelId="{D3FC25B5-2775-4733-820A-85611F0D5299}" type="presParOf" srcId="{0333D408-25A1-4972-A8DD-7158EC65DA76}" destId="{242C3AAC-89ED-4E6A-A2AC-7BC608C3DC4C}" srcOrd="1" destOrd="0" presId="urn:microsoft.com/office/officeart/2005/8/layout/hierarchy2"/>
    <dgm:cxn modelId="{B8D66B88-638A-40D3-9CB3-D4D93756E869}" type="presParOf" srcId="{242C3AAC-89ED-4E6A-A2AC-7BC608C3DC4C}" destId="{ABED3236-37C0-4830-81E3-81A70C09DBE7}" srcOrd="0" destOrd="0" presId="urn:microsoft.com/office/officeart/2005/8/layout/hierarchy2"/>
    <dgm:cxn modelId="{4973D9A0-A7AC-4F2E-A7EF-CE6E380E54CA}" type="presParOf" srcId="{ABED3236-37C0-4830-81E3-81A70C09DBE7}" destId="{373E1092-9A6E-4917-BF69-89A317915828}" srcOrd="0" destOrd="0" presId="urn:microsoft.com/office/officeart/2005/8/layout/hierarchy2"/>
    <dgm:cxn modelId="{35DAD960-387D-4644-BD1D-583B3F84D5E9}" type="presParOf" srcId="{242C3AAC-89ED-4E6A-A2AC-7BC608C3DC4C}" destId="{B5CD0C26-0787-4294-9B38-7DAD933B51BE}" srcOrd="1" destOrd="0" presId="urn:microsoft.com/office/officeart/2005/8/layout/hierarchy2"/>
    <dgm:cxn modelId="{944D3A21-D9BC-408A-8BFF-18E0073D6165}" type="presParOf" srcId="{B5CD0C26-0787-4294-9B38-7DAD933B51BE}" destId="{95CD4639-338A-497D-8723-CB9FF593A1F5}" srcOrd="0" destOrd="0" presId="urn:microsoft.com/office/officeart/2005/8/layout/hierarchy2"/>
    <dgm:cxn modelId="{1DBDDEAC-F1F4-4F1A-8B7F-2E9D8C71DB94}" type="presParOf" srcId="{B5CD0C26-0787-4294-9B38-7DAD933B51BE}" destId="{4FBA3FCF-7EB3-48A4-812E-238030C432E6}" srcOrd="1" destOrd="0" presId="urn:microsoft.com/office/officeart/2005/8/layout/hierarchy2"/>
    <dgm:cxn modelId="{E359DB84-6AE6-4540-A4A1-0B5D8B66F7E0}" type="presParOf" srcId="{F5C7705C-B934-4FB6-AB14-62D221C69C7B}" destId="{8E8CA1C5-BECA-4829-9DB4-A4CF73262F8D}" srcOrd="2" destOrd="0" presId="urn:microsoft.com/office/officeart/2005/8/layout/hierarchy2"/>
    <dgm:cxn modelId="{13693B35-DA25-4EC2-BF54-77851D3FF21F}" type="presParOf" srcId="{8E8CA1C5-BECA-4829-9DB4-A4CF73262F8D}" destId="{D7FC7588-7C16-465A-825C-2ACA09F43380}" srcOrd="0" destOrd="0" presId="urn:microsoft.com/office/officeart/2005/8/layout/hierarchy2"/>
    <dgm:cxn modelId="{3D18252C-9A86-41CB-80CA-3BA2B35F3C2F}" type="presParOf" srcId="{F5C7705C-B934-4FB6-AB14-62D221C69C7B}" destId="{391A88E4-FDD7-4F7D-B965-AD1109CAFCD9}" srcOrd="3" destOrd="0" presId="urn:microsoft.com/office/officeart/2005/8/layout/hierarchy2"/>
    <dgm:cxn modelId="{19EC549C-84FE-4C1D-88B5-2B3AAD1F245F}" type="presParOf" srcId="{391A88E4-FDD7-4F7D-B965-AD1109CAFCD9}" destId="{CDE1F51D-AF49-4355-A542-F1F1C3901F6A}" srcOrd="0" destOrd="0" presId="urn:microsoft.com/office/officeart/2005/8/layout/hierarchy2"/>
    <dgm:cxn modelId="{738D16C6-FC4F-4764-B904-B759D26D6643}" type="presParOf" srcId="{391A88E4-FDD7-4F7D-B965-AD1109CAFCD9}" destId="{98FEEF7D-327C-4DE9-B6E5-C054881F7F76}" srcOrd="1" destOrd="0" presId="urn:microsoft.com/office/officeart/2005/8/layout/hierarchy2"/>
    <dgm:cxn modelId="{8C8B3D27-5666-4494-B64A-2B1D6D7B65BF}" type="presParOf" srcId="{98FEEF7D-327C-4DE9-B6E5-C054881F7F76}" destId="{D76BBA54-B90A-46FD-BF5C-211E8066AA3E}" srcOrd="0" destOrd="0" presId="urn:microsoft.com/office/officeart/2005/8/layout/hierarchy2"/>
    <dgm:cxn modelId="{FB993A1A-783C-4D29-B907-58F37CDC6AC4}" type="presParOf" srcId="{D76BBA54-B90A-46FD-BF5C-211E8066AA3E}" destId="{B96CB1EC-1C90-4530-9D35-8E498FF779D8}" srcOrd="0" destOrd="0" presId="urn:microsoft.com/office/officeart/2005/8/layout/hierarchy2"/>
    <dgm:cxn modelId="{7D627F71-AF34-40F9-AD6F-8EBCF9E8CCF2}" type="presParOf" srcId="{98FEEF7D-327C-4DE9-B6E5-C054881F7F76}" destId="{946C5902-B63F-404C-825D-8CE1BB8627DC}" srcOrd="1" destOrd="0" presId="urn:microsoft.com/office/officeart/2005/8/layout/hierarchy2"/>
    <dgm:cxn modelId="{EB91B9EE-4019-40BB-8F27-30CB28010F84}" type="presParOf" srcId="{946C5902-B63F-404C-825D-8CE1BB8627DC}" destId="{621B2B84-EFCF-403A-AB33-FDB583CFBD1B}" srcOrd="0" destOrd="0" presId="urn:microsoft.com/office/officeart/2005/8/layout/hierarchy2"/>
    <dgm:cxn modelId="{773D990E-9E67-4ECA-BF21-2F35C9CB31F1}" type="presParOf" srcId="{946C5902-B63F-404C-825D-8CE1BB8627DC}" destId="{DEDA2523-110C-459F-A6DF-2F102B74FF72}" srcOrd="1" destOrd="0" presId="urn:microsoft.com/office/officeart/2005/8/layout/hierarchy2"/>
    <dgm:cxn modelId="{75B1E1DD-9CB0-472F-8657-AE2F9A1FE6C3}" type="presParOf" srcId="{E9F9030C-43DD-4205-9EDA-72A43E4304AE}" destId="{C944F795-583E-49E2-9780-0B298B3EB602}" srcOrd="2" destOrd="0" presId="urn:microsoft.com/office/officeart/2005/8/layout/hierarchy2"/>
    <dgm:cxn modelId="{F2A5B54B-71C8-4A3A-8918-4DB7E57F58CC}" type="presParOf" srcId="{C944F795-583E-49E2-9780-0B298B3EB602}" destId="{7420C757-EC57-4991-A325-8FD756C2A9A2}" srcOrd="0" destOrd="0" presId="urn:microsoft.com/office/officeart/2005/8/layout/hierarchy2"/>
    <dgm:cxn modelId="{8F6B10B6-4251-4E50-9291-C5DDF878F111}" type="presParOf" srcId="{E9F9030C-43DD-4205-9EDA-72A43E4304AE}" destId="{B6D4C832-5E84-45F4-A9DF-053E5A2484A6}" srcOrd="3" destOrd="0" presId="urn:microsoft.com/office/officeart/2005/8/layout/hierarchy2"/>
    <dgm:cxn modelId="{838B6E4B-8F0B-4208-97A4-34804CA9DC23}" type="presParOf" srcId="{B6D4C832-5E84-45F4-A9DF-053E5A2484A6}" destId="{8EF127E7-4A38-4C92-867F-8B4185DBB42C}" srcOrd="0" destOrd="0" presId="urn:microsoft.com/office/officeart/2005/8/layout/hierarchy2"/>
    <dgm:cxn modelId="{EEF07561-F556-42E7-B23E-2CB336BF0C5B}" type="presParOf" srcId="{B6D4C832-5E84-45F4-A9DF-053E5A2484A6}" destId="{3105CFB1-7889-4EEE-96A0-0523E9B24B08}" srcOrd="1" destOrd="0" presId="urn:microsoft.com/office/officeart/2005/8/layout/hierarchy2"/>
    <dgm:cxn modelId="{66BA636D-9179-4A90-9759-E01FEC30A89A}" type="presParOf" srcId="{3105CFB1-7889-4EEE-96A0-0523E9B24B08}" destId="{9F91F0BE-562F-4593-A5DB-40BBAFFED422}" srcOrd="0" destOrd="0" presId="urn:microsoft.com/office/officeart/2005/8/layout/hierarchy2"/>
    <dgm:cxn modelId="{999AC683-B55B-4167-8F68-8462B2C4898C}" type="presParOf" srcId="{9F91F0BE-562F-4593-A5DB-40BBAFFED422}" destId="{4CA4EAFA-1E0D-43DA-896B-9DB3A0203069}" srcOrd="0" destOrd="0" presId="urn:microsoft.com/office/officeart/2005/8/layout/hierarchy2"/>
    <dgm:cxn modelId="{26A9C46D-ECA1-4C88-A534-3C019E066FF6}" type="presParOf" srcId="{3105CFB1-7889-4EEE-96A0-0523E9B24B08}" destId="{89357B3A-B9D2-4E5B-956C-940B9AB16D97}" srcOrd="1" destOrd="0" presId="urn:microsoft.com/office/officeart/2005/8/layout/hierarchy2"/>
    <dgm:cxn modelId="{AFE2CF24-A8FA-49C9-A696-716F4B1B00A6}" type="presParOf" srcId="{89357B3A-B9D2-4E5B-956C-940B9AB16D97}" destId="{4C1DE26F-B174-407B-B819-73C8DFF81070}" srcOrd="0" destOrd="0" presId="urn:microsoft.com/office/officeart/2005/8/layout/hierarchy2"/>
    <dgm:cxn modelId="{EA650F87-5823-49D4-B1EB-6418A17F3AEC}" type="presParOf" srcId="{89357B3A-B9D2-4E5B-956C-940B9AB16D97}" destId="{A3483529-1A1F-4440-B5BD-0B2DE9768796}" srcOrd="1" destOrd="0" presId="urn:microsoft.com/office/officeart/2005/8/layout/hierarchy2"/>
    <dgm:cxn modelId="{C7C4FFD1-04A2-465E-BFE3-AA9DC241184F}" type="presParOf" srcId="{A3483529-1A1F-4440-B5BD-0B2DE9768796}" destId="{2AF7C716-2573-4812-ADC0-7E6D13CA7106}" srcOrd="0" destOrd="0" presId="urn:microsoft.com/office/officeart/2005/8/layout/hierarchy2"/>
    <dgm:cxn modelId="{6B3BE323-6F69-4635-B9CB-1913A6F7E199}" type="presParOf" srcId="{2AF7C716-2573-4812-ADC0-7E6D13CA7106}" destId="{A122F30D-DD3F-435D-ACFB-6B7796233E46}" srcOrd="0" destOrd="0" presId="urn:microsoft.com/office/officeart/2005/8/layout/hierarchy2"/>
    <dgm:cxn modelId="{462386E5-9019-46B2-A88D-11F6BA589045}" type="presParOf" srcId="{A3483529-1A1F-4440-B5BD-0B2DE9768796}" destId="{E2BA19A5-DA44-401F-B944-52610EE98F64}" srcOrd="1" destOrd="0" presId="urn:microsoft.com/office/officeart/2005/8/layout/hierarchy2"/>
    <dgm:cxn modelId="{F7401584-D23A-4C55-B85F-3811B1726540}" type="presParOf" srcId="{E2BA19A5-DA44-401F-B944-52610EE98F64}" destId="{F9AC4E55-1905-46FB-B924-05ECF950A34B}" srcOrd="0" destOrd="0" presId="urn:microsoft.com/office/officeart/2005/8/layout/hierarchy2"/>
    <dgm:cxn modelId="{EF28FB2F-CC58-4B02-B1EA-F2BF77BCE365}" type="presParOf" srcId="{E2BA19A5-DA44-401F-B944-52610EE98F64}" destId="{501314AD-ACE7-4BA6-A9C3-588BC2635694}" srcOrd="1" destOrd="0" presId="urn:microsoft.com/office/officeart/2005/8/layout/hierarchy2"/>
    <dgm:cxn modelId="{790FAA4B-AF7F-4514-B44E-0FBDEE2CB6F9}" type="presParOf" srcId="{501314AD-ACE7-4BA6-A9C3-588BC2635694}" destId="{4901F4CF-A6F0-4DE8-A156-9EAE0AA07297}" srcOrd="0" destOrd="0" presId="urn:microsoft.com/office/officeart/2005/8/layout/hierarchy2"/>
    <dgm:cxn modelId="{8EE6E12E-FC5E-4281-8422-210FA4F77488}" type="presParOf" srcId="{4901F4CF-A6F0-4DE8-A156-9EAE0AA07297}" destId="{CC0F3CC1-8E4C-4688-BDD5-61B2E3007635}" srcOrd="0" destOrd="0" presId="urn:microsoft.com/office/officeart/2005/8/layout/hierarchy2"/>
    <dgm:cxn modelId="{1BC59231-2F79-4EEC-B69E-550B1E771ECB}" type="presParOf" srcId="{501314AD-ACE7-4BA6-A9C3-588BC2635694}" destId="{01DE0262-3FCF-4A38-80A3-9D9D98E038FA}" srcOrd="1" destOrd="0" presId="urn:microsoft.com/office/officeart/2005/8/layout/hierarchy2"/>
    <dgm:cxn modelId="{B2AA5E30-03BD-4379-AFC9-3639A4FC1778}" type="presParOf" srcId="{01DE0262-3FCF-4A38-80A3-9D9D98E038FA}" destId="{3C9EC065-17D7-489E-8AD8-DDF876811D2A}" srcOrd="0" destOrd="0" presId="urn:microsoft.com/office/officeart/2005/8/layout/hierarchy2"/>
    <dgm:cxn modelId="{57A05F4A-7879-4188-B844-7761D1B1102D}" type="presParOf" srcId="{01DE0262-3FCF-4A38-80A3-9D9D98E038FA}" destId="{6FADADB2-4B1D-4A1C-B99A-60B59309BCD0}" srcOrd="1" destOrd="0" presId="urn:microsoft.com/office/officeart/2005/8/layout/hierarchy2"/>
    <dgm:cxn modelId="{DEB09EC7-B83A-450F-8ECF-8FEF75A67B72}" type="presParOf" srcId="{501314AD-ACE7-4BA6-A9C3-588BC2635694}" destId="{F4CEC770-EAB8-47D2-A050-30EFB8D746C9}" srcOrd="2" destOrd="0" presId="urn:microsoft.com/office/officeart/2005/8/layout/hierarchy2"/>
    <dgm:cxn modelId="{9D6029AF-58D9-4EEB-82A4-88339E28E2DC}" type="presParOf" srcId="{F4CEC770-EAB8-47D2-A050-30EFB8D746C9}" destId="{E31DFBFD-EA88-4441-88B3-8A345E832BD8}" srcOrd="0" destOrd="0" presId="urn:microsoft.com/office/officeart/2005/8/layout/hierarchy2"/>
    <dgm:cxn modelId="{09C46D72-09DF-4C8E-94C2-2AA721B469BD}" type="presParOf" srcId="{501314AD-ACE7-4BA6-A9C3-588BC2635694}" destId="{3D2F693F-4653-4006-BC80-748D3151B12F}" srcOrd="3" destOrd="0" presId="urn:microsoft.com/office/officeart/2005/8/layout/hierarchy2"/>
    <dgm:cxn modelId="{AB86C4E8-3EDB-43EE-9A42-851C6C36AB9F}" type="presParOf" srcId="{3D2F693F-4653-4006-BC80-748D3151B12F}" destId="{356F1C0B-9EB1-40E6-990D-3AAA906BEFAA}" srcOrd="0" destOrd="0" presId="urn:microsoft.com/office/officeart/2005/8/layout/hierarchy2"/>
    <dgm:cxn modelId="{17DDFAC5-4D5D-4316-89BD-EDA786D2FD88}" type="presParOf" srcId="{3D2F693F-4653-4006-BC80-748D3151B12F}" destId="{543DEEB5-E2C7-4D96-BF90-888A4165AB60}" srcOrd="1" destOrd="0" presId="urn:microsoft.com/office/officeart/2005/8/layout/hierarchy2"/>
    <dgm:cxn modelId="{B0F7B433-338A-4403-9F9C-29374AF9BA59}" type="presParOf" srcId="{501314AD-ACE7-4BA6-A9C3-588BC2635694}" destId="{BE170F69-43A5-4E13-9BF7-23DC4586038D}" srcOrd="4" destOrd="0" presId="urn:microsoft.com/office/officeart/2005/8/layout/hierarchy2"/>
    <dgm:cxn modelId="{AA3C149D-755B-4561-9F32-E0CC28AE7240}" type="presParOf" srcId="{BE170F69-43A5-4E13-9BF7-23DC4586038D}" destId="{20C5EB15-8D21-4916-B287-BD792F80A911}" srcOrd="0" destOrd="0" presId="urn:microsoft.com/office/officeart/2005/8/layout/hierarchy2"/>
    <dgm:cxn modelId="{A1550953-9CB8-4729-A85F-B9C5C9DACE15}" type="presParOf" srcId="{501314AD-ACE7-4BA6-A9C3-588BC2635694}" destId="{6208AA6E-A596-4B38-A666-5BC52D1B37BA}" srcOrd="5" destOrd="0" presId="urn:microsoft.com/office/officeart/2005/8/layout/hierarchy2"/>
    <dgm:cxn modelId="{4F9E4C62-7ED4-4361-8C65-7C0BCF1C0530}" type="presParOf" srcId="{6208AA6E-A596-4B38-A666-5BC52D1B37BA}" destId="{96DEC551-F3D8-4D03-AD99-8DE49DA83584}" srcOrd="0" destOrd="0" presId="urn:microsoft.com/office/officeart/2005/8/layout/hierarchy2"/>
    <dgm:cxn modelId="{70BE4A43-0E88-4EB3-AE93-167B779F1223}" type="presParOf" srcId="{6208AA6E-A596-4B38-A666-5BC52D1B37BA}" destId="{D6B2C3B9-90FD-4B87-BADF-FA69BD0AA1DE}" srcOrd="1" destOrd="0" presId="urn:microsoft.com/office/officeart/2005/8/layout/hierarchy2"/>
    <dgm:cxn modelId="{AA1D4FFD-00EB-44D6-B0A5-2A80B1AAC6C4}" type="presParOf" srcId="{3105CFB1-7889-4EEE-96A0-0523E9B24B08}" destId="{43B013DF-95E5-49B0-AF21-9A0B997EADF1}" srcOrd="2" destOrd="0" presId="urn:microsoft.com/office/officeart/2005/8/layout/hierarchy2"/>
    <dgm:cxn modelId="{CD1A76AC-4B45-4828-968B-F742C5ED117B}" type="presParOf" srcId="{43B013DF-95E5-49B0-AF21-9A0B997EADF1}" destId="{2BD5D24A-44A6-4A42-BD67-91F4F44EA27D}" srcOrd="0" destOrd="0" presId="urn:microsoft.com/office/officeart/2005/8/layout/hierarchy2"/>
    <dgm:cxn modelId="{77313D5C-6C0E-476F-B547-09BF45E5A6DD}" type="presParOf" srcId="{3105CFB1-7889-4EEE-96A0-0523E9B24B08}" destId="{A153F0D2-37AC-4F0E-8D94-0435F8CCFC24}" srcOrd="3" destOrd="0" presId="urn:microsoft.com/office/officeart/2005/8/layout/hierarchy2"/>
    <dgm:cxn modelId="{9B720390-F76B-4529-BBA5-47C47060236B}" type="presParOf" srcId="{A153F0D2-37AC-4F0E-8D94-0435F8CCFC24}" destId="{9FD3CC60-DA3F-45A7-9090-16B42FE930AE}" srcOrd="0" destOrd="0" presId="urn:microsoft.com/office/officeart/2005/8/layout/hierarchy2"/>
    <dgm:cxn modelId="{845F494D-90D7-43EF-8DAB-AFA7C696EC7B}" type="presParOf" srcId="{A153F0D2-37AC-4F0E-8D94-0435F8CCFC24}" destId="{C9E88D1B-D1BE-483D-94F8-57472F3F8B19}" srcOrd="1" destOrd="0" presId="urn:microsoft.com/office/officeart/2005/8/layout/hierarchy2"/>
    <dgm:cxn modelId="{06DC22E9-266A-42FC-A088-65F5F3EF4CD2}" type="presParOf" srcId="{C9E88D1B-D1BE-483D-94F8-57472F3F8B19}" destId="{229A42FA-A6D2-4FFA-8969-EE305EB37DE6}" srcOrd="0" destOrd="0" presId="urn:microsoft.com/office/officeart/2005/8/layout/hierarchy2"/>
    <dgm:cxn modelId="{20BB1B89-71EC-4192-862E-927533A4200B}" type="presParOf" srcId="{229A42FA-A6D2-4FFA-8969-EE305EB37DE6}" destId="{451220F7-8DFA-41AB-8815-BDBF8F7A8302}" srcOrd="0" destOrd="0" presId="urn:microsoft.com/office/officeart/2005/8/layout/hierarchy2"/>
    <dgm:cxn modelId="{580BC0F0-B422-4B65-A45A-6C1EAA17F3EC}" type="presParOf" srcId="{C9E88D1B-D1BE-483D-94F8-57472F3F8B19}" destId="{E281A64B-9BF3-4ED1-A6B4-AB028469388C}" srcOrd="1" destOrd="0" presId="urn:microsoft.com/office/officeart/2005/8/layout/hierarchy2"/>
    <dgm:cxn modelId="{E775B5A1-4F4E-468F-97AE-1402694E2887}" type="presParOf" srcId="{E281A64B-9BF3-4ED1-A6B4-AB028469388C}" destId="{F352B3B2-8561-4967-A1DC-20C4027EE032}" srcOrd="0" destOrd="0" presId="urn:microsoft.com/office/officeart/2005/8/layout/hierarchy2"/>
    <dgm:cxn modelId="{5252C4A8-9AAB-4934-80DB-CF0BD55A20C9}" type="presParOf" srcId="{E281A64B-9BF3-4ED1-A6B4-AB028469388C}" destId="{F05EB2FD-EB27-4CF0-BA58-C0CFEEC613DB}" srcOrd="1" destOrd="0" presId="urn:microsoft.com/office/officeart/2005/8/layout/hierarchy2"/>
    <dgm:cxn modelId="{73FB5949-0800-499A-B763-B9AC5ACE0244}" type="presParOf" srcId="{C9E88D1B-D1BE-483D-94F8-57472F3F8B19}" destId="{46D79C3C-DC93-45C1-B5AC-DB62633C8FFA}" srcOrd="2" destOrd="0" presId="urn:microsoft.com/office/officeart/2005/8/layout/hierarchy2"/>
    <dgm:cxn modelId="{FBCB82EE-286C-4B03-B21A-5F56E9274D4C}" type="presParOf" srcId="{46D79C3C-DC93-45C1-B5AC-DB62633C8FFA}" destId="{E75264C8-288D-4037-BEDB-F822941214F1}" srcOrd="0" destOrd="0" presId="urn:microsoft.com/office/officeart/2005/8/layout/hierarchy2"/>
    <dgm:cxn modelId="{A9B31311-A6FD-4A45-8597-FBB59A69E0BA}" type="presParOf" srcId="{C9E88D1B-D1BE-483D-94F8-57472F3F8B19}" destId="{9215F198-6F15-4CC0-AB73-332E60183E9B}" srcOrd="3" destOrd="0" presId="urn:microsoft.com/office/officeart/2005/8/layout/hierarchy2"/>
    <dgm:cxn modelId="{8823ECAB-1E74-425C-985A-00B91487DE73}" type="presParOf" srcId="{9215F198-6F15-4CC0-AB73-332E60183E9B}" destId="{6EC76877-DE6B-4A55-809D-BDA5F256897C}" srcOrd="0" destOrd="0" presId="urn:microsoft.com/office/officeart/2005/8/layout/hierarchy2"/>
    <dgm:cxn modelId="{7432E406-CFD0-4D5B-AC2C-ABB941892EA9}" type="presParOf" srcId="{9215F198-6F15-4CC0-AB73-332E60183E9B}" destId="{0E181C49-3D39-416E-82C6-98354B29F2A6}" srcOrd="1" destOrd="0" presId="urn:microsoft.com/office/officeart/2005/8/layout/hierarchy2"/>
    <dgm:cxn modelId="{6D64E057-0393-4145-9423-FEF0C7217CA0}" type="presParOf" srcId="{0E181C49-3D39-416E-82C6-98354B29F2A6}" destId="{0A215D3B-DE38-4F78-AB00-FF6972021748}" srcOrd="0" destOrd="0" presId="urn:microsoft.com/office/officeart/2005/8/layout/hierarchy2"/>
    <dgm:cxn modelId="{F3281FFC-059A-4607-AA29-E7179FE17702}" type="presParOf" srcId="{0A215D3B-DE38-4F78-AB00-FF6972021748}" destId="{53B8BC63-1B14-4E16-BB0C-A3268E38495B}" srcOrd="0" destOrd="0" presId="urn:microsoft.com/office/officeart/2005/8/layout/hierarchy2"/>
    <dgm:cxn modelId="{3421BBE6-6673-433C-900D-5F56CDDAC0E6}" type="presParOf" srcId="{0E181C49-3D39-416E-82C6-98354B29F2A6}" destId="{D2F8B0AA-0F23-49D7-A114-B9AE42C56419}" srcOrd="1" destOrd="0" presId="urn:microsoft.com/office/officeart/2005/8/layout/hierarchy2"/>
    <dgm:cxn modelId="{1FEE2E10-348D-4D0F-8625-0C153669E689}" type="presParOf" srcId="{D2F8B0AA-0F23-49D7-A114-B9AE42C56419}" destId="{B30244F9-17A0-419E-B9E7-875945F509F2}" srcOrd="0" destOrd="0" presId="urn:microsoft.com/office/officeart/2005/8/layout/hierarchy2"/>
    <dgm:cxn modelId="{E0033B87-F9A6-4D42-86AB-2CFE4764570E}" type="presParOf" srcId="{D2F8B0AA-0F23-49D7-A114-B9AE42C56419}" destId="{630D1AF9-9E7C-43AA-8F5E-CDC56EAEED97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E1D73-0DED-444E-BB47-3235F445C759}">
      <dsp:nvSpPr>
        <dsp:cNvPr id="0" name=""/>
        <dsp:cNvSpPr/>
      </dsp:nvSpPr>
      <dsp:spPr>
        <a:xfrm>
          <a:off x="1227" y="2262360"/>
          <a:ext cx="1523627" cy="761813"/>
        </a:xfrm>
        <a:prstGeom prst="roundRect">
          <a:avLst>
            <a:gd name="adj" fmla="val 10000"/>
          </a:avLst>
        </a:prstGeom>
        <a:solidFill>
          <a:schemeClr val="tx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Path entrance</a:t>
          </a:r>
        </a:p>
      </dsp:txBody>
      <dsp:txXfrm>
        <a:off x="23540" y="2284673"/>
        <a:ext cx="1479001" cy="717187"/>
      </dsp:txXfrm>
    </dsp:sp>
    <dsp:sp modelId="{AE896AA5-A42C-44AD-BD87-0D1F2AD22600}">
      <dsp:nvSpPr>
        <dsp:cNvPr id="0" name=""/>
        <dsp:cNvSpPr/>
      </dsp:nvSpPr>
      <dsp:spPr>
        <a:xfrm rot="17590528">
          <a:off x="1055278" y="1919912"/>
          <a:ext cx="1548606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1548606" y="1153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90866" y="1892732"/>
        <a:ext cx="77430" cy="77430"/>
      </dsp:txXfrm>
    </dsp:sp>
    <dsp:sp modelId="{F9A6344D-169B-4CA1-9514-47E5BFFE6FEC}">
      <dsp:nvSpPr>
        <dsp:cNvPr id="0" name=""/>
        <dsp:cNvSpPr/>
      </dsp:nvSpPr>
      <dsp:spPr>
        <a:xfrm>
          <a:off x="2134306" y="838720"/>
          <a:ext cx="1523627" cy="761813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Odd structure (end event)</a:t>
          </a:r>
        </a:p>
      </dsp:txBody>
      <dsp:txXfrm>
        <a:off x="2156619" y="861033"/>
        <a:ext cx="1479001" cy="717187"/>
      </dsp:txXfrm>
    </dsp:sp>
    <dsp:sp modelId="{3757E364-56D4-4A59-B919-A18DBF80CF72}">
      <dsp:nvSpPr>
        <dsp:cNvPr id="0" name=""/>
        <dsp:cNvSpPr/>
      </dsp:nvSpPr>
      <dsp:spPr>
        <a:xfrm rot="19457599">
          <a:off x="3587389" y="989070"/>
          <a:ext cx="750541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750541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43896" y="981842"/>
        <a:ext cx="37527" cy="37527"/>
      </dsp:txXfrm>
    </dsp:sp>
    <dsp:sp modelId="{5D200A77-6B0E-4CC6-BEB4-E964E612EF2E}">
      <dsp:nvSpPr>
        <dsp:cNvPr id="0" name=""/>
        <dsp:cNvSpPr/>
      </dsp:nvSpPr>
      <dsp:spPr>
        <a:xfrm>
          <a:off x="4267386" y="400677"/>
          <a:ext cx="1523627" cy="761813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Retreat</a:t>
          </a:r>
        </a:p>
      </dsp:txBody>
      <dsp:txXfrm>
        <a:off x="4289699" y="422990"/>
        <a:ext cx="1479001" cy="717187"/>
      </dsp:txXfrm>
    </dsp:sp>
    <dsp:sp modelId="{F10C089A-1D63-4AF5-977E-0E7268BE7957}">
      <dsp:nvSpPr>
        <dsp:cNvPr id="0" name=""/>
        <dsp:cNvSpPr/>
      </dsp:nvSpPr>
      <dsp:spPr>
        <a:xfrm>
          <a:off x="5791013" y="770049"/>
          <a:ext cx="609451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609451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0503" y="766348"/>
        <a:ext cx="30472" cy="30472"/>
      </dsp:txXfrm>
    </dsp:sp>
    <dsp:sp modelId="{A6B752E8-0570-4F62-A212-61B3DAB74CAA}">
      <dsp:nvSpPr>
        <dsp:cNvPr id="0" name=""/>
        <dsp:cNvSpPr/>
      </dsp:nvSpPr>
      <dsp:spPr>
        <a:xfrm>
          <a:off x="6400465" y="400677"/>
          <a:ext cx="1523627" cy="761813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Return to the path</a:t>
          </a:r>
        </a:p>
      </dsp:txBody>
      <dsp:txXfrm>
        <a:off x="6422778" y="422990"/>
        <a:ext cx="1479001" cy="717187"/>
      </dsp:txXfrm>
    </dsp:sp>
    <dsp:sp modelId="{ABED3236-37C0-4830-81E3-81A70C09DBE7}">
      <dsp:nvSpPr>
        <dsp:cNvPr id="0" name=""/>
        <dsp:cNvSpPr/>
      </dsp:nvSpPr>
      <dsp:spPr>
        <a:xfrm>
          <a:off x="7924093" y="770049"/>
          <a:ext cx="609451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609451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13582" y="766348"/>
        <a:ext cx="30472" cy="30472"/>
      </dsp:txXfrm>
    </dsp:sp>
    <dsp:sp modelId="{95CD4639-338A-497D-8723-CB9FF593A1F5}">
      <dsp:nvSpPr>
        <dsp:cNvPr id="0" name=""/>
        <dsp:cNvSpPr/>
      </dsp:nvSpPr>
      <dsp:spPr>
        <a:xfrm>
          <a:off x="8533544" y="400677"/>
          <a:ext cx="1523627" cy="761813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[…]</a:t>
          </a:r>
        </a:p>
      </dsp:txBody>
      <dsp:txXfrm>
        <a:off x="8555857" y="422990"/>
        <a:ext cx="1479001" cy="717187"/>
      </dsp:txXfrm>
    </dsp:sp>
    <dsp:sp modelId="{8E8CA1C5-BECA-4829-9DB4-A4CF73262F8D}">
      <dsp:nvSpPr>
        <dsp:cNvPr id="0" name=""/>
        <dsp:cNvSpPr/>
      </dsp:nvSpPr>
      <dsp:spPr>
        <a:xfrm rot="2142401">
          <a:off x="3587389" y="1427113"/>
          <a:ext cx="750541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750541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43896" y="1419885"/>
        <a:ext cx="37527" cy="37527"/>
      </dsp:txXfrm>
    </dsp:sp>
    <dsp:sp modelId="{CDE1F51D-AF49-4355-A542-F1F1C3901F6A}">
      <dsp:nvSpPr>
        <dsp:cNvPr id="0" name=""/>
        <dsp:cNvSpPr/>
      </dsp:nvSpPr>
      <dsp:spPr>
        <a:xfrm>
          <a:off x="4267386" y="1276763"/>
          <a:ext cx="1523627" cy="761813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Advance</a:t>
          </a:r>
        </a:p>
      </dsp:txBody>
      <dsp:txXfrm>
        <a:off x="4289699" y="1299076"/>
        <a:ext cx="1479001" cy="717187"/>
      </dsp:txXfrm>
    </dsp:sp>
    <dsp:sp modelId="{D76BBA54-B90A-46FD-BF5C-211E8066AA3E}">
      <dsp:nvSpPr>
        <dsp:cNvPr id="0" name=""/>
        <dsp:cNvSpPr/>
      </dsp:nvSpPr>
      <dsp:spPr>
        <a:xfrm>
          <a:off x="5791013" y="1646135"/>
          <a:ext cx="609451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609451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0503" y="1642434"/>
        <a:ext cx="30472" cy="30472"/>
      </dsp:txXfrm>
    </dsp:sp>
    <dsp:sp modelId="{621B2B84-EFCF-403A-AB33-FDB583CFBD1B}">
      <dsp:nvSpPr>
        <dsp:cNvPr id="0" name=""/>
        <dsp:cNvSpPr/>
      </dsp:nvSpPr>
      <dsp:spPr>
        <a:xfrm>
          <a:off x="6400465" y="1276763"/>
          <a:ext cx="1523627" cy="761813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Uncover the truth (ending)</a:t>
          </a:r>
        </a:p>
      </dsp:txBody>
      <dsp:txXfrm>
        <a:off x="6422778" y="1299076"/>
        <a:ext cx="1479001" cy="717187"/>
      </dsp:txXfrm>
    </dsp:sp>
    <dsp:sp modelId="{C944F795-583E-49E2-9780-0B298B3EB602}">
      <dsp:nvSpPr>
        <dsp:cNvPr id="0" name=""/>
        <dsp:cNvSpPr/>
      </dsp:nvSpPr>
      <dsp:spPr>
        <a:xfrm rot="4009472">
          <a:off x="1055278" y="3343552"/>
          <a:ext cx="1548606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1548606" y="1153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90866" y="3316372"/>
        <a:ext cx="77430" cy="77430"/>
      </dsp:txXfrm>
    </dsp:sp>
    <dsp:sp modelId="{8EF127E7-4A38-4C92-867F-8B4185DBB42C}">
      <dsp:nvSpPr>
        <dsp:cNvPr id="0" name=""/>
        <dsp:cNvSpPr/>
      </dsp:nvSpPr>
      <dsp:spPr>
        <a:xfrm>
          <a:off x="2134306" y="3686000"/>
          <a:ext cx="1523627" cy="761813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Path segment (continue on)</a:t>
          </a:r>
        </a:p>
      </dsp:txBody>
      <dsp:txXfrm>
        <a:off x="2156619" y="3708313"/>
        <a:ext cx="1479001" cy="717187"/>
      </dsp:txXfrm>
    </dsp:sp>
    <dsp:sp modelId="{9F91F0BE-562F-4593-A5DB-40BBAFFED422}">
      <dsp:nvSpPr>
        <dsp:cNvPr id="0" name=""/>
        <dsp:cNvSpPr/>
      </dsp:nvSpPr>
      <dsp:spPr>
        <a:xfrm rot="18770822">
          <a:off x="3514563" y="3726839"/>
          <a:ext cx="896194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896194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40255" y="3715970"/>
        <a:ext cx="44809" cy="44809"/>
      </dsp:txXfrm>
    </dsp:sp>
    <dsp:sp modelId="{4C1DE26F-B174-407B-B819-73C8DFF81070}">
      <dsp:nvSpPr>
        <dsp:cNvPr id="0" name=""/>
        <dsp:cNvSpPr/>
      </dsp:nvSpPr>
      <dsp:spPr>
        <a:xfrm>
          <a:off x="4267386" y="3028936"/>
          <a:ext cx="1523627" cy="761813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Path segment (continue on)</a:t>
          </a:r>
        </a:p>
      </dsp:txBody>
      <dsp:txXfrm>
        <a:off x="4289699" y="3051249"/>
        <a:ext cx="1479001" cy="717187"/>
      </dsp:txXfrm>
    </dsp:sp>
    <dsp:sp modelId="{2AF7C716-2573-4812-ADC0-7E6D13CA7106}">
      <dsp:nvSpPr>
        <dsp:cNvPr id="0" name=""/>
        <dsp:cNvSpPr/>
      </dsp:nvSpPr>
      <dsp:spPr>
        <a:xfrm>
          <a:off x="5791013" y="3398307"/>
          <a:ext cx="609451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609451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80503" y="3394606"/>
        <a:ext cx="30472" cy="30472"/>
      </dsp:txXfrm>
    </dsp:sp>
    <dsp:sp modelId="{F9AC4E55-1905-46FB-B924-05ECF950A34B}">
      <dsp:nvSpPr>
        <dsp:cNvPr id="0" name=""/>
        <dsp:cNvSpPr/>
      </dsp:nvSpPr>
      <dsp:spPr>
        <a:xfrm>
          <a:off x="6400465" y="3028936"/>
          <a:ext cx="1523627" cy="761813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[…]</a:t>
          </a:r>
        </a:p>
      </dsp:txBody>
      <dsp:txXfrm>
        <a:off x="6422778" y="3051249"/>
        <a:ext cx="1479001" cy="717187"/>
      </dsp:txXfrm>
    </dsp:sp>
    <dsp:sp modelId="{4901F4CF-A6F0-4DE8-A156-9EAE0AA07297}">
      <dsp:nvSpPr>
        <dsp:cNvPr id="0" name=""/>
        <dsp:cNvSpPr/>
      </dsp:nvSpPr>
      <dsp:spPr>
        <a:xfrm rot="18289469">
          <a:off x="7695208" y="2960264"/>
          <a:ext cx="1067219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1067219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02138" y="2945119"/>
        <a:ext cx="53360" cy="53360"/>
      </dsp:txXfrm>
    </dsp:sp>
    <dsp:sp modelId="{3C9EC065-17D7-489E-8AD8-DDF876811D2A}">
      <dsp:nvSpPr>
        <dsp:cNvPr id="0" name=""/>
        <dsp:cNvSpPr/>
      </dsp:nvSpPr>
      <dsp:spPr>
        <a:xfrm>
          <a:off x="8533544" y="2152849"/>
          <a:ext cx="1523627" cy="761813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Go insane (ending)</a:t>
          </a:r>
        </a:p>
      </dsp:txBody>
      <dsp:txXfrm>
        <a:off x="8555857" y="2175162"/>
        <a:ext cx="1479001" cy="717187"/>
      </dsp:txXfrm>
    </dsp:sp>
    <dsp:sp modelId="{F4CEC770-EAB8-47D2-A050-30EFB8D746C9}">
      <dsp:nvSpPr>
        <dsp:cNvPr id="0" name=""/>
        <dsp:cNvSpPr/>
      </dsp:nvSpPr>
      <dsp:spPr>
        <a:xfrm>
          <a:off x="7924093" y="3398307"/>
          <a:ext cx="609451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609451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13582" y="3394606"/>
        <a:ext cx="30472" cy="30472"/>
      </dsp:txXfrm>
    </dsp:sp>
    <dsp:sp modelId="{356F1C0B-9EB1-40E6-990D-3AAA906BEFAA}">
      <dsp:nvSpPr>
        <dsp:cNvPr id="0" name=""/>
        <dsp:cNvSpPr/>
      </dsp:nvSpPr>
      <dsp:spPr>
        <a:xfrm>
          <a:off x="8533544" y="3028936"/>
          <a:ext cx="1523627" cy="761813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Stray from the path (ending)</a:t>
          </a:r>
        </a:p>
      </dsp:txBody>
      <dsp:txXfrm>
        <a:off x="8555857" y="3051249"/>
        <a:ext cx="1479001" cy="717187"/>
      </dsp:txXfrm>
    </dsp:sp>
    <dsp:sp modelId="{BE170F69-43A5-4E13-9BF7-23DC4586038D}">
      <dsp:nvSpPr>
        <dsp:cNvPr id="0" name=""/>
        <dsp:cNvSpPr/>
      </dsp:nvSpPr>
      <dsp:spPr>
        <a:xfrm rot="3310531">
          <a:off x="7695208" y="3836350"/>
          <a:ext cx="1067219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1067219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02138" y="3821205"/>
        <a:ext cx="53360" cy="53360"/>
      </dsp:txXfrm>
    </dsp:sp>
    <dsp:sp modelId="{96DEC551-F3D8-4D03-AD99-8DE49DA83584}">
      <dsp:nvSpPr>
        <dsp:cNvPr id="0" name=""/>
        <dsp:cNvSpPr/>
      </dsp:nvSpPr>
      <dsp:spPr>
        <a:xfrm>
          <a:off x="8533544" y="3905022"/>
          <a:ext cx="1523627" cy="761813"/>
        </a:xfrm>
        <a:prstGeom prst="roundRect">
          <a:avLst>
            <a:gd name="adj" fmla="val 10000"/>
          </a:avLst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“Wake up” </a:t>
          </a:r>
          <a:r>
            <a:rPr lang="en-US" sz="1600" kern="1200"/>
            <a:t>(restart)</a:t>
          </a:r>
          <a:endParaRPr lang="en-US" sz="1600" kern="1200" dirty="0"/>
        </a:p>
      </dsp:txBody>
      <dsp:txXfrm>
        <a:off x="8555857" y="3927335"/>
        <a:ext cx="1479001" cy="717187"/>
      </dsp:txXfrm>
    </dsp:sp>
    <dsp:sp modelId="{43B013DF-95E5-49B0-AF21-9A0B997EADF1}">
      <dsp:nvSpPr>
        <dsp:cNvPr id="0" name=""/>
        <dsp:cNvSpPr/>
      </dsp:nvSpPr>
      <dsp:spPr>
        <a:xfrm rot="2829178">
          <a:off x="3514563" y="4383904"/>
          <a:ext cx="896194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896194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40255" y="4373034"/>
        <a:ext cx="44809" cy="44809"/>
      </dsp:txXfrm>
    </dsp:sp>
    <dsp:sp modelId="{9FD3CC60-DA3F-45A7-9090-16B42FE930AE}">
      <dsp:nvSpPr>
        <dsp:cNvPr id="0" name=""/>
        <dsp:cNvSpPr/>
      </dsp:nvSpPr>
      <dsp:spPr>
        <a:xfrm>
          <a:off x="4267386" y="4343065"/>
          <a:ext cx="1523627" cy="761813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Odd structure (end event)</a:t>
          </a:r>
        </a:p>
      </dsp:txBody>
      <dsp:txXfrm>
        <a:off x="4289699" y="4365378"/>
        <a:ext cx="1479001" cy="717187"/>
      </dsp:txXfrm>
    </dsp:sp>
    <dsp:sp modelId="{229A42FA-A6D2-4FFA-8969-EE305EB37DE6}">
      <dsp:nvSpPr>
        <dsp:cNvPr id="0" name=""/>
        <dsp:cNvSpPr/>
      </dsp:nvSpPr>
      <dsp:spPr>
        <a:xfrm rot="19457599">
          <a:off x="5720468" y="4493414"/>
          <a:ext cx="750541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750541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76976" y="4486187"/>
        <a:ext cx="37527" cy="37527"/>
      </dsp:txXfrm>
    </dsp:sp>
    <dsp:sp modelId="{F352B3B2-8561-4967-A1DC-20C4027EE032}">
      <dsp:nvSpPr>
        <dsp:cNvPr id="0" name=""/>
        <dsp:cNvSpPr/>
      </dsp:nvSpPr>
      <dsp:spPr>
        <a:xfrm>
          <a:off x="6400465" y="3905022"/>
          <a:ext cx="1523627" cy="761813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Advance + Uncover (ending)</a:t>
          </a:r>
        </a:p>
      </dsp:txBody>
      <dsp:txXfrm>
        <a:off x="6422778" y="3927335"/>
        <a:ext cx="1479001" cy="717187"/>
      </dsp:txXfrm>
    </dsp:sp>
    <dsp:sp modelId="{46D79C3C-DC93-45C1-B5AC-DB62633C8FFA}">
      <dsp:nvSpPr>
        <dsp:cNvPr id="0" name=""/>
        <dsp:cNvSpPr/>
      </dsp:nvSpPr>
      <dsp:spPr>
        <a:xfrm rot="2142401">
          <a:off x="5720468" y="4931457"/>
          <a:ext cx="750541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750541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076976" y="4924230"/>
        <a:ext cx="37527" cy="37527"/>
      </dsp:txXfrm>
    </dsp:sp>
    <dsp:sp modelId="{6EC76877-DE6B-4A55-809D-BDA5F256897C}">
      <dsp:nvSpPr>
        <dsp:cNvPr id="0" name=""/>
        <dsp:cNvSpPr/>
      </dsp:nvSpPr>
      <dsp:spPr>
        <a:xfrm>
          <a:off x="6400465" y="4781108"/>
          <a:ext cx="1523627" cy="761813"/>
        </a:xfrm>
        <a:prstGeom prst="roundRect">
          <a:avLst>
            <a:gd name="adj" fmla="val 10000"/>
          </a:avLst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Retreat + Return to the path</a:t>
          </a:r>
        </a:p>
      </dsp:txBody>
      <dsp:txXfrm>
        <a:off x="6422778" y="4803421"/>
        <a:ext cx="1479001" cy="717187"/>
      </dsp:txXfrm>
    </dsp:sp>
    <dsp:sp modelId="{0A215D3B-DE38-4F78-AB00-FF6972021748}">
      <dsp:nvSpPr>
        <dsp:cNvPr id="0" name=""/>
        <dsp:cNvSpPr/>
      </dsp:nvSpPr>
      <dsp:spPr>
        <a:xfrm>
          <a:off x="7924093" y="5150479"/>
          <a:ext cx="609451" cy="23071"/>
        </a:xfrm>
        <a:custGeom>
          <a:avLst/>
          <a:gdLst/>
          <a:ahLst/>
          <a:cxnLst/>
          <a:rect l="0" t="0" r="0" b="0"/>
          <a:pathLst>
            <a:path>
              <a:moveTo>
                <a:pt x="0" y="11535"/>
              </a:moveTo>
              <a:lnTo>
                <a:pt x="609451" y="1153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213582" y="5146778"/>
        <a:ext cx="30472" cy="30472"/>
      </dsp:txXfrm>
    </dsp:sp>
    <dsp:sp modelId="{B30244F9-17A0-419E-B9E7-875945F509F2}">
      <dsp:nvSpPr>
        <dsp:cNvPr id="0" name=""/>
        <dsp:cNvSpPr/>
      </dsp:nvSpPr>
      <dsp:spPr>
        <a:xfrm>
          <a:off x="8533544" y="4781108"/>
          <a:ext cx="1523627" cy="761813"/>
        </a:xfrm>
        <a:prstGeom prst="roundRect">
          <a:avLst>
            <a:gd name="adj" fmla="val 10000"/>
          </a:avLst>
        </a:prstGeom>
        <a:solidFill>
          <a:schemeClr val="tx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[…]</a:t>
          </a:r>
        </a:p>
      </dsp:txBody>
      <dsp:txXfrm>
        <a:off x="8555857" y="4803421"/>
        <a:ext cx="1479001" cy="7171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0B835-3D0F-1C76-2A3B-54BFF2A3D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12093E-492E-FF93-485B-CBA47066B7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E468B4-DCC8-CC1D-F1EE-F6BE7DAD8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C469A-8CD7-2C7A-C678-BA6B61FD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0456C-B37D-A240-A394-86D3ABC4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43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3034-B105-811D-67F4-92E831058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5E4B1-EA96-D6B1-3C8E-05C6A573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E1CD8-DA6C-EBF7-9984-04066289E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7EBF2-9B51-4FAF-C51B-A6550ECB4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60CADD-0177-10E1-FB7C-2AEC1391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970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16DA-BAB2-F211-FF5D-6BBA8F63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90535-1B54-AAAB-FBA2-DB89A6DC5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9CF191-B29F-FDDF-D501-56E00FC19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273A-56D7-D3B8-E027-A3DF6569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8EBEE-9332-8FF6-8750-8D1F44C2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93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3CA98-5157-A29E-176F-C5006158E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732A7-C7E8-C8D4-8171-1C740FE583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777F0-C6B0-B7C9-AB12-983336DA9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68A114-2D7C-3B0E-5BF6-8A07B3539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7FB1B-1E27-6C29-978D-38AFE862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BDF4B-1993-8A11-3C45-2A90E555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543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9E02D-098D-C7A8-42C5-6397F95D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77700D-FD79-75AE-175D-B7D780ECB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310855-945A-2167-9FF1-2E3E46E79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C982D8-B5FF-634C-A88F-A586748C1F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2F759-272F-B38C-FFB3-77B467C0E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445A04-3061-F4BA-2256-C9085CF0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A6163D-FDD1-90F5-B236-E304EBC7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8F933E-CCD9-D484-23F1-A90CB0DF1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16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87EE5-32E7-7C28-DFF6-9F1B41D3F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07E7FB-212C-2E17-8EBB-C6C28D5A1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81B32-5390-77DC-319B-3FE0738DA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90BAB-87AD-783D-1A1A-E07D7358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1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E863-730D-2445-7CFD-06F693DC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3FB875-D9A2-CD72-A24B-F123D85B8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2F668-62A1-E951-C0AC-E7C98313B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28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2A87-7A17-8443-E77E-7D7B693EF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B8E61-4D67-1EDA-096B-6E18B54FD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FDB7A-B298-94E5-466A-0F9B83588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53BF0-3AB8-90D8-6663-BE3FAA29A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BD454B-6938-FF85-E416-504D39A6F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88DB3-335A-9222-C33C-BB214F2D5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86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6A5D-EBCF-AB66-0B78-9B936B88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7126D4-BD33-B2E5-B4BE-F08E7AD94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B7B7F-C373-8D96-92EF-6775EAB6E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4AACB-6BC0-E0F3-6F33-CBF5393BC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A6482-4299-B680-0956-42CB8F0F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42306-D656-7F21-D69D-A94EAF06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635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3A903-5E31-D972-85A6-FD66CD091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AA7CB-D1D1-020F-FF48-52D0EB5F6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82BC-0401-6BED-A238-BB7AE6014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A627B-8A69-1694-FB1D-E49C66AF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63552-A998-0E8B-34C4-80F2015DA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81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49F751-7D5E-5568-4CE7-9FD79FA43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C68CC1-A5FD-5025-EFD5-140B5F2EE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281D7-9253-BA47-83B9-80002C4D8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8C11B-B50E-5B4A-EDDB-49CEF6DF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68571-47D9-F7FF-0BDB-43DB8FD4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7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97931E-C826-73EE-1DBE-ED5C5FAF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0D3B5-0B0B-DDCA-F288-21D6D88B6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E980C-27CB-13D0-B3AE-272F39D473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E471DF-EDCA-4CD8-90E4-70E155A1874F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5556E-2409-0153-1E2E-8768A74D43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3FF37-07EA-5519-D7AA-3A378CC85C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3944B-DEC0-4D88-80EE-3532EA328A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1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5EDF717-3AF9-1D50-FB79-0E4A556C33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8391656"/>
              </p:ext>
            </p:extLst>
          </p:nvPr>
        </p:nvGraphicFramePr>
        <p:xfrm>
          <a:off x="1066800" y="457200"/>
          <a:ext cx="10058400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501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72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Naphtali Rutzky</dc:creator>
  <cp:lastModifiedBy>Naphtali Rutzky</cp:lastModifiedBy>
  <cp:revision>4</cp:revision>
  <dcterms:created xsi:type="dcterms:W3CDTF">2026-03-09T16:56:10Z</dcterms:created>
  <dcterms:modified xsi:type="dcterms:W3CDTF">2026-03-09T17:16:28Z</dcterms:modified>
</cp:coreProperties>
</file>